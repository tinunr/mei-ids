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5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83F858F-70DA-40BD-9F88-624C50785F70}" type="doc">
      <dgm:prSet loTypeId="urn:microsoft.com/office/officeart/2018/2/layout/IconCircleList" loCatId="icon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0A39543-9195-45F6-83A0-65B014C295AD}">
      <dgm:prSet/>
      <dgm:spPr/>
      <dgm:t>
        <a:bodyPr/>
        <a:lstStyle/>
        <a:p>
          <a:pPr>
            <a:lnSpc>
              <a:spcPct val="100000"/>
            </a:lnSpc>
          </a:pPr>
          <a:r>
            <a:rPr lang="pt-PT" dirty="0"/>
            <a:t>Arquitetura EAI funcional e reprodutível</a:t>
          </a:r>
          <a:endParaRPr lang="en-US" dirty="0"/>
        </a:p>
      </dgm:t>
    </dgm:pt>
    <dgm:pt modelId="{DC9AA436-49C0-4DD2-A84C-7369BB2BCFC6}" type="parTrans" cxnId="{09635476-C5F1-4CAE-A344-83DDB09FAF99}">
      <dgm:prSet/>
      <dgm:spPr/>
      <dgm:t>
        <a:bodyPr/>
        <a:lstStyle/>
        <a:p>
          <a:endParaRPr lang="en-US"/>
        </a:p>
      </dgm:t>
    </dgm:pt>
    <dgm:pt modelId="{AB2CFA17-297E-4B36-84C8-91F96AC87986}" type="sibTrans" cxnId="{09635476-C5F1-4CAE-A344-83DDB09FAF99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687FF687-F059-4434-8085-E92B5F3EDC46}">
      <dgm:prSet/>
      <dgm:spPr/>
      <dgm:t>
        <a:bodyPr/>
        <a:lstStyle/>
        <a:p>
          <a:pPr>
            <a:lnSpc>
              <a:spcPct val="100000"/>
            </a:lnSpc>
          </a:pPr>
          <a:r>
            <a:rPr lang="pt-PT"/>
            <a:t> Desacoplamento via Message Broker (RabbitMQ)</a:t>
          </a:r>
          <a:endParaRPr lang="en-US"/>
        </a:p>
      </dgm:t>
    </dgm:pt>
    <dgm:pt modelId="{E238EC8F-2CDC-47B4-8159-751DDF881380}" type="parTrans" cxnId="{17322112-176A-455C-A4BD-73DE6A215A6C}">
      <dgm:prSet/>
      <dgm:spPr/>
      <dgm:t>
        <a:bodyPr/>
        <a:lstStyle/>
        <a:p>
          <a:endParaRPr lang="en-US"/>
        </a:p>
      </dgm:t>
    </dgm:pt>
    <dgm:pt modelId="{AAE079BB-ECC6-4ECF-BF48-7BE14D7889D0}" type="sibTrans" cxnId="{17322112-176A-455C-A4BD-73DE6A215A6C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6F109990-7287-4879-9F08-66C4FDBDF8FF}">
      <dgm:prSet/>
      <dgm:spPr/>
      <dgm:t>
        <a:bodyPr/>
        <a:lstStyle/>
        <a:p>
          <a:pPr>
            <a:lnSpc>
              <a:spcPct val="100000"/>
            </a:lnSpc>
          </a:pPr>
          <a:r>
            <a:rPr lang="pt-PT"/>
            <a:t>Orquestração de fluxos complexos (Apache Camel)</a:t>
          </a:r>
          <a:endParaRPr lang="en-US"/>
        </a:p>
      </dgm:t>
    </dgm:pt>
    <dgm:pt modelId="{E6D8AC0A-567E-49D2-B323-495A5E7EBAE2}" type="parTrans" cxnId="{57B49CC6-B4B9-44C3-8EA5-3F55300A47BD}">
      <dgm:prSet/>
      <dgm:spPr/>
      <dgm:t>
        <a:bodyPr/>
        <a:lstStyle/>
        <a:p>
          <a:endParaRPr lang="en-US"/>
        </a:p>
      </dgm:t>
    </dgm:pt>
    <dgm:pt modelId="{38CD5CB5-0AAB-43B9-974B-F4ED3193EDA5}" type="sibTrans" cxnId="{57B49CC6-B4B9-44C3-8EA5-3F55300A47BD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8E5AF276-9B4F-4DD4-8140-FC9FFB9C2930}">
      <dgm:prSet/>
      <dgm:spPr/>
      <dgm:t>
        <a:bodyPr/>
        <a:lstStyle/>
        <a:p>
          <a:pPr>
            <a:lnSpc>
              <a:spcPct val="100000"/>
            </a:lnSpc>
          </a:pPr>
          <a:r>
            <a:rPr lang="pt-PT"/>
            <a:t> Integração REST com Moodle</a:t>
          </a:r>
          <a:endParaRPr lang="en-US"/>
        </a:p>
      </dgm:t>
    </dgm:pt>
    <dgm:pt modelId="{BE56AB1C-8BD2-44E2-836F-A1C19AEA5D06}" type="parTrans" cxnId="{B0A36292-01F6-4B76-818F-529C95ACFA9D}">
      <dgm:prSet/>
      <dgm:spPr/>
      <dgm:t>
        <a:bodyPr/>
        <a:lstStyle/>
        <a:p>
          <a:endParaRPr lang="en-US"/>
        </a:p>
      </dgm:t>
    </dgm:pt>
    <dgm:pt modelId="{900A2C14-A7CE-434D-8BD4-DC9C29F3BCBB}" type="sibTrans" cxnId="{B0A36292-01F6-4B76-818F-529C95ACFA9D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626B63A8-C7B6-4610-AD3A-9F2C9773370A}">
      <dgm:prSet/>
      <dgm:spPr/>
      <dgm:t>
        <a:bodyPr/>
        <a:lstStyle/>
        <a:p>
          <a:pPr>
            <a:lnSpc>
              <a:spcPct val="100000"/>
            </a:lnSpc>
          </a:pPr>
          <a:r>
            <a:rPr lang="pt-PT"/>
            <a:t> Preparado para extensão com novos módulos</a:t>
          </a:r>
          <a:endParaRPr lang="en-US"/>
        </a:p>
      </dgm:t>
    </dgm:pt>
    <dgm:pt modelId="{E6251A89-9BD4-4B0B-9FBC-4E62D5A4B75C}" type="parTrans" cxnId="{31332340-F5B3-42C5-80A3-4451B2D55C7F}">
      <dgm:prSet/>
      <dgm:spPr/>
      <dgm:t>
        <a:bodyPr/>
        <a:lstStyle/>
        <a:p>
          <a:endParaRPr lang="en-US"/>
        </a:p>
      </dgm:t>
    </dgm:pt>
    <dgm:pt modelId="{C1121B45-21B4-43AF-8841-008D1EA60268}" type="sibTrans" cxnId="{31332340-F5B3-42C5-80A3-4451B2D55C7F}">
      <dgm:prSet/>
      <dgm:spPr/>
      <dgm:t>
        <a:bodyPr/>
        <a:lstStyle/>
        <a:p>
          <a:endParaRPr lang="en-US"/>
        </a:p>
      </dgm:t>
    </dgm:pt>
    <dgm:pt modelId="{912C2A1D-8120-4407-AFEC-D8FCEB7765FE}" type="pres">
      <dgm:prSet presAssocID="{483F858F-70DA-40BD-9F88-624C50785F70}" presName="root" presStyleCnt="0">
        <dgm:presLayoutVars>
          <dgm:dir/>
          <dgm:resizeHandles val="exact"/>
        </dgm:presLayoutVars>
      </dgm:prSet>
      <dgm:spPr/>
    </dgm:pt>
    <dgm:pt modelId="{4CDB4594-E377-45FF-A47E-2B527BAFA6B9}" type="pres">
      <dgm:prSet presAssocID="{483F858F-70DA-40BD-9F88-624C50785F70}" presName="container" presStyleCnt="0">
        <dgm:presLayoutVars>
          <dgm:dir/>
          <dgm:resizeHandles val="exact"/>
        </dgm:presLayoutVars>
      </dgm:prSet>
      <dgm:spPr/>
    </dgm:pt>
    <dgm:pt modelId="{A7A0230A-B2C5-4A42-BF7B-F019520A0DF8}" type="pres">
      <dgm:prSet presAssocID="{70A39543-9195-45F6-83A0-65B014C295AD}" presName="compNode" presStyleCnt="0"/>
      <dgm:spPr/>
    </dgm:pt>
    <dgm:pt modelId="{1D4E271B-4C19-43BF-815D-553B6DF726FD}" type="pres">
      <dgm:prSet presAssocID="{70A39543-9195-45F6-83A0-65B014C295AD}" presName="iconBgRect" presStyleLbl="bgShp" presStyleIdx="0" presStyleCnt="5"/>
      <dgm:spPr/>
    </dgm:pt>
    <dgm:pt modelId="{ECF217FA-04DC-4C53-A6B7-7F0D523887DA}" type="pres">
      <dgm:prSet presAssocID="{70A39543-9195-45F6-83A0-65B014C295AD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se de Dados"/>
        </a:ext>
      </dgm:extLst>
    </dgm:pt>
    <dgm:pt modelId="{5021393C-7CB5-45C9-8D66-28F132A84DBA}" type="pres">
      <dgm:prSet presAssocID="{70A39543-9195-45F6-83A0-65B014C295AD}" presName="spaceRect" presStyleCnt="0"/>
      <dgm:spPr/>
    </dgm:pt>
    <dgm:pt modelId="{B735E35B-DE6E-4E59-B1D3-7E7064E088A8}" type="pres">
      <dgm:prSet presAssocID="{70A39543-9195-45F6-83A0-65B014C295AD}" presName="textRect" presStyleLbl="revTx" presStyleIdx="0" presStyleCnt="5">
        <dgm:presLayoutVars>
          <dgm:chMax val="1"/>
          <dgm:chPref val="1"/>
        </dgm:presLayoutVars>
      </dgm:prSet>
      <dgm:spPr/>
    </dgm:pt>
    <dgm:pt modelId="{3BFFB4E4-5AED-461E-A233-9D2C7801D664}" type="pres">
      <dgm:prSet presAssocID="{AB2CFA17-297E-4B36-84C8-91F96AC87986}" presName="sibTrans" presStyleLbl="sibTrans2D1" presStyleIdx="0" presStyleCnt="0"/>
      <dgm:spPr/>
    </dgm:pt>
    <dgm:pt modelId="{C1C3FA71-EFA3-4735-A5A8-5EB84B9E2321}" type="pres">
      <dgm:prSet presAssocID="{687FF687-F059-4434-8085-E92B5F3EDC46}" presName="compNode" presStyleCnt="0"/>
      <dgm:spPr/>
    </dgm:pt>
    <dgm:pt modelId="{DA616661-CD51-4F8C-A22E-3E815B4BF6DA}" type="pres">
      <dgm:prSet presAssocID="{687FF687-F059-4434-8085-E92B5F3EDC46}" presName="iconBgRect" presStyleLbl="bgShp" presStyleIdx="1" presStyleCnt="5"/>
      <dgm:spPr/>
    </dgm:pt>
    <dgm:pt modelId="{0A1CFA71-3168-422B-98FE-ED8FA7BAA8C1}" type="pres">
      <dgm:prSet presAssocID="{687FF687-F059-4434-8085-E92B5F3EDC46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ll center"/>
        </a:ext>
      </dgm:extLst>
    </dgm:pt>
    <dgm:pt modelId="{6CF0205D-01EF-41FD-B1A0-CDFE40E5A352}" type="pres">
      <dgm:prSet presAssocID="{687FF687-F059-4434-8085-E92B5F3EDC46}" presName="spaceRect" presStyleCnt="0"/>
      <dgm:spPr/>
    </dgm:pt>
    <dgm:pt modelId="{6FB7B7C5-4983-4D2D-A2C6-9FA63F2FF6E5}" type="pres">
      <dgm:prSet presAssocID="{687FF687-F059-4434-8085-E92B5F3EDC46}" presName="textRect" presStyleLbl="revTx" presStyleIdx="1" presStyleCnt="5">
        <dgm:presLayoutVars>
          <dgm:chMax val="1"/>
          <dgm:chPref val="1"/>
        </dgm:presLayoutVars>
      </dgm:prSet>
      <dgm:spPr/>
    </dgm:pt>
    <dgm:pt modelId="{C154D2EE-93BC-40E5-98D9-1ECBACC73ADE}" type="pres">
      <dgm:prSet presAssocID="{AAE079BB-ECC6-4ECF-BF48-7BE14D7889D0}" presName="sibTrans" presStyleLbl="sibTrans2D1" presStyleIdx="0" presStyleCnt="0"/>
      <dgm:spPr/>
    </dgm:pt>
    <dgm:pt modelId="{392F6E02-DF65-409F-B672-73F4EA4114D3}" type="pres">
      <dgm:prSet presAssocID="{6F109990-7287-4879-9F08-66C4FDBDF8FF}" presName="compNode" presStyleCnt="0"/>
      <dgm:spPr/>
    </dgm:pt>
    <dgm:pt modelId="{328F64DD-89EB-48E3-8EBB-C1AB004DD3D7}" type="pres">
      <dgm:prSet presAssocID="{6F109990-7287-4879-9F08-66C4FDBDF8FF}" presName="iconBgRect" presStyleLbl="bgShp" presStyleIdx="2" presStyleCnt="5"/>
      <dgm:spPr/>
    </dgm:pt>
    <dgm:pt modelId="{813A71A8-6295-4369-A535-0C29B18B387C}" type="pres">
      <dgm:prSet presAssocID="{6F109990-7287-4879-9F08-66C4FDBDF8FF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ervidor"/>
        </a:ext>
      </dgm:extLst>
    </dgm:pt>
    <dgm:pt modelId="{C72170AC-1636-4028-93AC-0DED8EA2A7A5}" type="pres">
      <dgm:prSet presAssocID="{6F109990-7287-4879-9F08-66C4FDBDF8FF}" presName="spaceRect" presStyleCnt="0"/>
      <dgm:spPr/>
    </dgm:pt>
    <dgm:pt modelId="{A6E7EA7F-9150-4F37-9CB6-B567180A2FBA}" type="pres">
      <dgm:prSet presAssocID="{6F109990-7287-4879-9F08-66C4FDBDF8FF}" presName="textRect" presStyleLbl="revTx" presStyleIdx="2" presStyleCnt="5">
        <dgm:presLayoutVars>
          <dgm:chMax val="1"/>
          <dgm:chPref val="1"/>
        </dgm:presLayoutVars>
      </dgm:prSet>
      <dgm:spPr/>
    </dgm:pt>
    <dgm:pt modelId="{6186D693-3BEF-43B7-985D-2D597AE62882}" type="pres">
      <dgm:prSet presAssocID="{38CD5CB5-0AAB-43B9-974B-F4ED3193EDA5}" presName="sibTrans" presStyleLbl="sibTrans2D1" presStyleIdx="0" presStyleCnt="0"/>
      <dgm:spPr/>
    </dgm:pt>
    <dgm:pt modelId="{25B7874B-7110-4067-9E43-4C50956B0060}" type="pres">
      <dgm:prSet presAssocID="{8E5AF276-9B4F-4DD4-8140-FC9FFB9C2930}" presName="compNode" presStyleCnt="0"/>
      <dgm:spPr/>
    </dgm:pt>
    <dgm:pt modelId="{11C9B09A-316D-4085-903E-CD0936FC5F3B}" type="pres">
      <dgm:prSet presAssocID="{8E5AF276-9B4F-4DD4-8140-FC9FFB9C2930}" presName="iconBgRect" presStyleLbl="bgShp" presStyleIdx="3" presStyleCnt="5"/>
      <dgm:spPr/>
    </dgm:pt>
    <dgm:pt modelId="{1ABCB6B7-B7B2-48EC-B371-0D161231EF69}" type="pres">
      <dgm:prSet presAssocID="{8E5AF276-9B4F-4DD4-8140-FC9FFB9C2930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rca de Verificação"/>
        </a:ext>
      </dgm:extLst>
    </dgm:pt>
    <dgm:pt modelId="{64FFD6C5-6325-4026-BCFF-3180EF8A1025}" type="pres">
      <dgm:prSet presAssocID="{8E5AF276-9B4F-4DD4-8140-FC9FFB9C2930}" presName="spaceRect" presStyleCnt="0"/>
      <dgm:spPr/>
    </dgm:pt>
    <dgm:pt modelId="{55E45C91-E826-43D1-88AD-EDFFB948099C}" type="pres">
      <dgm:prSet presAssocID="{8E5AF276-9B4F-4DD4-8140-FC9FFB9C2930}" presName="textRect" presStyleLbl="revTx" presStyleIdx="3" presStyleCnt="5">
        <dgm:presLayoutVars>
          <dgm:chMax val="1"/>
          <dgm:chPref val="1"/>
        </dgm:presLayoutVars>
      </dgm:prSet>
      <dgm:spPr/>
    </dgm:pt>
    <dgm:pt modelId="{A6963CE7-F186-418A-AEFB-16D05FB2F878}" type="pres">
      <dgm:prSet presAssocID="{900A2C14-A7CE-434D-8BD4-DC9C29F3BCBB}" presName="sibTrans" presStyleLbl="sibTrans2D1" presStyleIdx="0" presStyleCnt="0"/>
      <dgm:spPr/>
    </dgm:pt>
    <dgm:pt modelId="{39EE78E5-8F83-4807-8BC3-07C2FD89BC8E}" type="pres">
      <dgm:prSet presAssocID="{626B63A8-C7B6-4610-AD3A-9F2C9773370A}" presName="compNode" presStyleCnt="0"/>
      <dgm:spPr/>
    </dgm:pt>
    <dgm:pt modelId="{FD1AFA8B-EE83-4DE5-B19A-F812A932EF9E}" type="pres">
      <dgm:prSet presAssocID="{626B63A8-C7B6-4610-AD3A-9F2C9773370A}" presName="iconBgRect" presStyleLbl="bgShp" presStyleIdx="4" presStyleCnt="5"/>
      <dgm:spPr/>
    </dgm:pt>
    <dgm:pt modelId="{55459003-8879-47C5-B580-6933EE4FBACA}" type="pres">
      <dgm:prSet presAssocID="{626B63A8-C7B6-4610-AD3A-9F2C9773370A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ista de verificação"/>
        </a:ext>
      </dgm:extLst>
    </dgm:pt>
    <dgm:pt modelId="{4F76C09C-97C3-42DC-B4E0-F89A916EBF01}" type="pres">
      <dgm:prSet presAssocID="{626B63A8-C7B6-4610-AD3A-9F2C9773370A}" presName="spaceRect" presStyleCnt="0"/>
      <dgm:spPr/>
    </dgm:pt>
    <dgm:pt modelId="{086A2ABD-70F3-47FC-8DE9-8BCE36F6D050}" type="pres">
      <dgm:prSet presAssocID="{626B63A8-C7B6-4610-AD3A-9F2C9773370A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A25D3501-E186-4DD4-8C55-5AD0FED03100}" type="presOf" srcId="{70A39543-9195-45F6-83A0-65B014C295AD}" destId="{B735E35B-DE6E-4E59-B1D3-7E7064E088A8}" srcOrd="0" destOrd="0" presId="urn:microsoft.com/office/officeart/2018/2/layout/IconCircleList"/>
    <dgm:cxn modelId="{17322112-176A-455C-A4BD-73DE6A215A6C}" srcId="{483F858F-70DA-40BD-9F88-624C50785F70}" destId="{687FF687-F059-4434-8085-E92B5F3EDC46}" srcOrd="1" destOrd="0" parTransId="{E238EC8F-2CDC-47B4-8159-751DDF881380}" sibTransId="{AAE079BB-ECC6-4ECF-BF48-7BE14D7889D0}"/>
    <dgm:cxn modelId="{27084B20-125B-4B32-B224-37195ECFFBBD}" type="presOf" srcId="{6F109990-7287-4879-9F08-66C4FDBDF8FF}" destId="{A6E7EA7F-9150-4F37-9CB6-B567180A2FBA}" srcOrd="0" destOrd="0" presId="urn:microsoft.com/office/officeart/2018/2/layout/IconCircleList"/>
    <dgm:cxn modelId="{D5706924-C5C6-4D3E-8548-ADABD2D961DE}" type="presOf" srcId="{483F858F-70DA-40BD-9F88-624C50785F70}" destId="{912C2A1D-8120-4407-AFEC-D8FCEB7765FE}" srcOrd="0" destOrd="0" presId="urn:microsoft.com/office/officeart/2018/2/layout/IconCircleList"/>
    <dgm:cxn modelId="{31332340-F5B3-42C5-80A3-4451B2D55C7F}" srcId="{483F858F-70DA-40BD-9F88-624C50785F70}" destId="{626B63A8-C7B6-4610-AD3A-9F2C9773370A}" srcOrd="4" destOrd="0" parTransId="{E6251A89-9BD4-4B0B-9FBC-4E62D5A4B75C}" sibTransId="{C1121B45-21B4-43AF-8841-008D1EA60268}"/>
    <dgm:cxn modelId="{320FE248-095E-426A-87F1-98A34DE9259A}" type="presOf" srcId="{8E5AF276-9B4F-4DD4-8140-FC9FFB9C2930}" destId="{55E45C91-E826-43D1-88AD-EDFFB948099C}" srcOrd="0" destOrd="0" presId="urn:microsoft.com/office/officeart/2018/2/layout/IconCircleList"/>
    <dgm:cxn modelId="{F7E9674C-DED0-47CE-815C-0C7DB4837892}" type="presOf" srcId="{38CD5CB5-0AAB-43B9-974B-F4ED3193EDA5}" destId="{6186D693-3BEF-43B7-985D-2D597AE62882}" srcOrd="0" destOrd="0" presId="urn:microsoft.com/office/officeart/2018/2/layout/IconCircleList"/>
    <dgm:cxn modelId="{09635476-C5F1-4CAE-A344-83DDB09FAF99}" srcId="{483F858F-70DA-40BD-9F88-624C50785F70}" destId="{70A39543-9195-45F6-83A0-65B014C295AD}" srcOrd="0" destOrd="0" parTransId="{DC9AA436-49C0-4DD2-A84C-7369BB2BCFC6}" sibTransId="{AB2CFA17-297E-4B36-84C8-91F96AC87986}"/>
    <dgm:cxn modelId="{B0A36292-01F6-4B76-818F-529C95ACFA9D}" srcId="{483F858F-70DA-40BD-9F88-624C50785F70}" destId="{8E5AF276-9B4F-4DD4-8140-FC9FFB9C2930}" srcOrd="3" destOrd="0" parTransId="{BE56AB1C-8BD2-44E2-836F-A1C19AEA5D06}" sibTransId="{900A2C14-A7CE-434D-8BD4-DC9C29F3BCBB}"/>
    <dgm:cxn modelId="{DFB73693-861C-4977-A458-7926D92D3AEE}" type="presOf" srcId="{AB2CFA17-297E-4B36-84C8-91F96AC87986}" destId="{3BFFB4E4-5AED-461E-A233-9D2C7801D664}" srcOrd="0" destOrd="0" presId="urn:microsoft.com/office/officeart/2018/2/layout/IconCircleList"/>
    <dgm:cxn modelId="{540290BE-8F23-4963-B057-38B59EA1A006}" type="presOf" srcId="{AAE079BB-ECC6-4ECF-BF48-7BE14D7889D0}" destId="{C154D2EE-93BC-40E5-98D9-1ECBACC73ADE}" srcOrd="0" destOrd="0" presId="urn:microsoft.com/office/officeart/2018/2/layout/IconCircleList"/>
    <dgm:cxn modelId="{57B49CC6-B4B9-44C3-8EA5-3F55300A47BD}" srcId="{483F858F-70DA-40BD-9F88-624C50785F70}" destId="{6F109990-7287-4879-9F08-66C4FDBDF8FF}" srcOrd="2" destOrd="0" parTransId="{E6D8AC0A-567E-49D2-B323-495A5E7EBAE2}" sibTransId="{38CD5CB5-0AAB-43B9-974B-F4ED3193EDA5}"/>
    <dgm:cxn modelId="{D996D9E8-12FB-419E-8A30-266A94698426}" type="presOf" srcId="{900A2C14-A7CE-434D-8BD4-DC9C29F3BCBB}" destId="{A6963CE7-F186-418A-AEFB-16D05FB2F878}" srcOrd="0" destOrd="0" presId="urn:microsoft.com/office/officeart/2018/2/layout/IconCircleList"/>
    <dgm:cxn modelId="{828DC6F1-1270-4EDE-83EA-D555FE2EAFDF}" type="presOf" srcId="{626B63A8-C7B6-4610-AD3A-9F2C9773370A}" destId="{086A2ABD-70F3-47FC-8DE9-8BCE36F6D050}" srcOrd="0" destOrd="0" presId="urn:microsoft.com/office/officeart/2018/2/layout/IconCircleList"/>
    <dgm:cxn modelId="{1540EBF8-F0CA-4EC7-B761-FE1F417B072A}" type="presOf" srcId="{687FF687-F059-4434-8085-E92B5F3EDC46}" destId="{6FB7B7C5-4983-4D2D-A2C6-9FA63F2FF6E5}" srcOrd="0" destOrd="0" presId="urn:microsoft.com/office/officeart/2018/2/layout/IconCircleList"/>
    <dgm:cxn modelId="{843AD0BF-171F-4D46-9588-28D5CD3F1A71}" type="presParOf" srcId="{912C2A1D-8120-4407-AFEC-D8FCEB7765FE}" destId="{4CDB4594-E377-45FF-A47E-2B527BAFA6B9}" srcOrd="0" destOrd="0" presId="urn:microsoft.com/office/officeart/2018/2/layout/IconCircleList"/>
    <dgm:cxn modelId="{6B6E4F3B-B4A2-44B9-898E-63575DDCE6B8}" type="presParOf" srcId="{4CDB4594-E377-45FF-A47E-2B527BAFA6B9}" destId="{A7A0230A-B2C5-4A42-BF7B-F019520A0DF8}" srcOrd="0" destOrd="0" presId="urn:microsoft.com/office/officeart/2018/2/layout/IconCircleList"/>
    <dgm:cxn modelId="{74DB1DDA-5EC5-463B-98B5-D0C10E82D8E1}" type="presParOf" srcId="{A7A0230A-B2C5-4A42-BF7B-F019520A0DF8}" destId="{1D4E271B-4C19-43BF-815D-553B6DF726FD}" srcOrd="0" destOrd="0" presId="urn:microsoft.com/office/officeart/2018/2/layout/IconCircleList"/>
    <dgm:cxn modelId="{32D16BF9-B427-447F-BE76-F2F7C5AA50B2}" type="presParOf" srcId="{A7A0230A-B2C5-4A42-BF7B-F019520A0DF8}" destId="{ECF217FA-04DC-4C53-A6B7-7F0D523887DA}" srcOrd="1" destOrd="0" presId="urn:microsoft.com/office/officeart/2018/2/layout/IconCircleList"/>
    <dgm:cxn modelId="{3056377F-85B4-44CE-A3C9-CE623B9A54EE}" type="presParOf" srcId="{A7A0230A-B2C5-4A42-BF7B-F019520A0DF8}" destId="{5021393C-7CB5-45C9-8D66-28F132A84DBA}" srcOrd="2" destOrd="0" presId="urn:microsoft.com/office/officeart/2018/2/layout/IconCircleList"/>
    <dgm:cxn modelId="{9C00F15E-811F-45CF-A544-0D08F083CA49}" type="presParOf" srcId="{A7A0230A-B2C5-4A42-BF7B-F019520A0DF8}" destId="{B735E35B-DE6E-4E59-B1D3-7E7064E088A8}" srcOrd="3" destOrd="0" presId="urn:microsoft.com/office/officeart/2018/2/layout/IconCircleList"/>
    <dgm:cxn modelId="{1816DD5A-63FF-4150-A66B-644EE79E356B}" type="presParOf" srcId="{4CDB4594-E377-45FF-A47E-2B527BAFA6B9}" destId="{3BFFB4E4-5AED-461E-A233-9D2C7801D664}" srcOrd="1" destOrd="0" presId="urn:microsoft.com/office/officeart/2018/2/layout/IconCircleList"/>
    <dgm:cxn modelId="{619B4643-C020-41F2-907E-925FC9CCE683}" type="presParOf" srcId="{4CDB4594-E377-45FF-A47E-2B527BAFA6B9}" destId="{C1C3FA71-EFA3-4735-A5A8-5EB84B9E2321}" srcOrd="2" destOrd="0" presId="urn:microsoft.com/office/officeart/2018/2/layout/IconCircleList"/>
    <dgm:cxn modelId="{7C35753D-1C73-48EB-9E6C-8AB2AEB0664C}" type="presParOf" srcId="{C1C3FA71-EFA3-4735-A5A8-5EB84B9E2321}" destId="{DA616661-CD51-4F8C-A22E-3E815B4BF6DA}" srcOrd="0" destOrd="0" presId="urn:microsoft.com/office/officeart/2018/2/layout/IconCircleList"/>
    <dgm:cxn modelId="{1745DB1B-9F60-4501-9AE7-6EF51696E215}" type="presParOf" srcId="{C1C3FA71-EFA3-4735-A5A8-5EB84B9E2321}" destId="{0A1CFA71-3168-422B-98FE-ED8FA7BAA8C1}" srcOrd="1" destOrd="0" presId="urn:microsoft.com/office/officeart/2018/2/layout/IconCircleList"/>
    <dgm:cxn modelId="{1FEED192-CA9B-4316-A944-A511F9F9B4CB}" type="presParOf" srcId="{C1C3FA71-EFA3-4735-A5A8-5EB84B9E2321}" destId="{6CF0205D-01EF-41FD-B1A0-CDFE40E5A352}" srcOrd="2" destOrd="0" presId="urn:microsoft.com/office/officeart/2018/2/layout/IconCircleList"/>
    <dgm:cxn modelId="{1C07416E-D520-4777-9CA8-3AFC5C8EDA61}" type="presParOf" srcId="{C1C3FA71-EFA3-4735-A5A8-5EB84B9E2321}" destId="{6FB7B7C5-4983-4D2D-A2C6-9FA63F2FF6E5}" srcOrd="3" destOrd="0" presId="urn:microsoft.com/office/officeart/2018/2/layout/IconCircleList"/>
    <dgm:cxn modelId="{F9C83576-E793-4DFE-9CE3-3817ABC5BA59}" type="presParOf" srcId="{4CDB4594-E377-45FF-A47E-2B527BAFA6B9}" destId="{C154D2EE-93BC-40E5-98D9-1ECBACC73ADE}" srcOrd="3" destOrd="0" presId="urn:microsoft.com/office/officeart/2018/2/layout/IconCircleList"/>
    <dgm:cxn modelId="{367C2B89-850B-4F77-8790-642D1EED600B}" type="presParOf" srcId="{4CDB4594-E377-45FF-A47E-2B527BAFA6B9}" destId="{392F6E02-DF65-409F-B672-73F4EA4114D3}" srcOrd="4" destOrd="0" presId="urn:microsoft.com/office/officeart/2018/2/layout/IconCircleList"/>
    <dgm:cxn modelId="{D4C45CFE-07F7-4AF4-8734-B1CEFBF0F9C5}" type="presParOf" srcId="{392F6E02-DF65-409F-B672-73F4EA4114D3}" destId="{328F64DD-89EB-48E3-8EBB-C1AB004DD3D7}" srcOrd="0" destOrd="0" presId="urn:microsoft.com/office/officeart/2018/2/layout/IconCircleList"/>
    <dgm:cxn modelId="{0305B14A-9C0E-451F-AEF8-16CC13E06FE1}" type="presParOf" srcId="{392F6E02-DF65-409F-B672-73F4EA4114D3}" destId="{813A71A8-6295-4369-A535-0C29B18B387C}" srcOrd="1" destOrd="0" presId="urn:microsoft.com/office/officeart/2018/2/layout/IconCircleList"/>
    <dgm:cxn modelId="{0676C030-C754-405B-9246-9D77D828E4F2}" type="presParOf" srcId="{392F6E02-DF65-409F-B672-73F4EA4114D3}" destId="{C72170AC-1636-4028-93AC-0DED8EA2A7A5}" srcOrd="2" destOrd="0" presId="urn:microsoft.com/office/officeart/2018/2/layout/IconCircleList"/>
    <dgm:cxn modelId="{31081D0D-9529-4086-B0AF-1521334A35D5}" type="presParOf" srcId="{392F6E02-DF65-409F-B672-73F4EA4114D3}" destId="{A6E7EA7F-9150-4F37-9CB6-B567180A2FBA}" srcOrd="3" destOrd="0" presId="urn:microsoft.com/office/officeart/2018/2/layout/IconCircleList"/>
    <dgm:cxn modelId="{DA147120-1848-4EBE-8570-F9309E366FA0}" type="presParOf" srcId="{4CDB4594-E377-45FF-A47E-2B527BAFA6B9}" destId="{6186D693-3BEF-43B7-985D-2D597AE62882}" srcOrd="5" destOrd="0" presId="urn:microsoft.com/office/officeart/2018/2/layout/IconCircleList"/>
    <dgm:cxn modelId="{B74FAFD0-B042-4530-9CC2-8992F4533E8E}" type="presParOf" srcId="{4CDB4594-E377-45FF-A47E-2B527BAFA6B9}" destId="{25B7874B-7110-4067-9E43-4C50956B0060}" srcOrd="6" destOrd="0" presId="urn:microsoft.com/office/officeart/2018/2/layout/IconCircleList"/>
    <dgm:cxn modelId="{A85E2AA5-6FB5-4059-9E96-A1B28E1EB9FE}" type="presParOf" srcId="{25B7874B-7110-4067-9E43-4C50956B0060}" destId="{11C9B09A-316D-4085-903E-CD0936FC5F3B}" srcOrd="0" destOrd="0" presId="urn:microsoft.com/office/officeart/2018/2/layout/IconCircleList"/>
    <dgm:cxn modelId="{44952BDB-7A92-4114-9158-080F8245BA90}" type="presParOf" srcId="{25B7874B-7110-4067-9E43-4C50956B0060}" destId="{1ABCB6B7-B7B2-48EC-B371-0D161231EF69}" srcOrd="1" destOrd="0" presId="urn:microsoft.com/office/officeart/2018/2/layout/IconCircleList"/>
    <dgm:cxn modelId="{3B938BB1-272C-4B5B-BF38-CB94B270843B}" type="presParOf" srcId="{25B7874B-7110-4067-9E43-4C50956B0060}" destId="{64FFD6C5-6325-4026-BCFF-3180EF8A1025}" srcOrd="2" destOrd="0" presId="urn:microsoft.com/office/officeart/2018/2/layout/IconCircleList"/>
    <dgm:cxn modelId="{3B39C07A-FBFE-4EF0-8341-ABEC64F61932}" type="presParOf" srcId="{25B7874B-7110-4067-9E43-4C50956B0060}" destId="{55E45C91-E826-43D1-88AD-EDFFB948099C}" srcOrd="3" destOrd="0" presId="urn:microsoft.com/office/officeart/2018/2/layout/IconCircleList"/>
    <dgm:cxn modelId="{60DEE405-D8FF-4478-BF88-84BBFF0B6C87}" type="presParOf" srcId="{4CDB4594-E377-45FF-A47E-2B527BAFA6B9}" destId="{A6963CE7-F186-418A-AEFB-16D05FB2F878}" srcOrd="7" destOrd="0" presId="urn:microsoft.com/office/officeart/2018/2/layout/IconCircleList"/>
    <dgm:cxn modelId="{A2EC338D-42B5-41EF-8D03-208CE833DF9A}" type="presParOf" srcId="{4CDB4594-E377-45FF-A47E-2B527BAFA6B9}" destId="{39EE78E5-8F83-4807-8BC3-07C2FD89BC8E}" srcOrd="8" destOrd="0" presId="urn:microsoft.com/office/officeart/2018/2/layout/IconCircleList"/>
    <dgm:cxn modelId="{4CCB6CC1-30F0-4DB2-AF90-DD6399692469}" type="presParOf" srcId="{39EE78E5-8F83-4807-8BC3-07C2FD89BC8E}" destId="{FD1AFA8B-EE83-4DE5-B19A-F812A932EF9E}" srcOrd="0" destOrd="0" presId="urn:microsoft.com/office/officeart/2018/2/layout/IconCircleList"/>
    <dgm:cxn modelId="{01FA6085-768B-4178-B53A-6ABF6AADB19A}" type="presParOf" srcId="{39EE78E5-8F83-4807-8BC3-07C2FD89BC8E}" destId="{55459003-8879-47C5-B580-6933EE4FBACA}" srcOrd="1" destOrd="0" presId="urn:microsoft.com/office/officeart/2018/2/layout/IconCircleList"/>
    <dgm:cxn modelId="{E53D6131-7556-4EF1-BC72-09F83D97DA35}" type="presParOf" srcId="{39EE78E5-8F83-4807-8BC3-07C2FD89BC8E}" destId="{4F76C09C-97C3-42DC-B4E0-F89A916EBF01}" srcOrd="2" destOrd="0" presId="urn:microsoft.com/office/officeart/2018/2/layout/IconCircleList"/>
    <dgm:cxn modelId="{D578E53B-DD0C-4FFE-8C85-D908A6950C6A}" type="presParOf" srcId="{39EE78E5-8F83-4807-8BC3-07C2FD89BC8E}" destId="{086A2ABD-70F3-47FC-8DE9-8BCE36F6D050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4E271B-4C19-43BF-815D-553B6DF726FD}">
      <dsp:nvSpPr>
        <dsp:cNvPr id="0" name=""/>
        <dsp:cNvSpPr/>
      </dsp:nvSpPr>
      <dsp:spPr>
        <a:xfrm>
          <a:off x="855812" y="24800"/>
          <a:ext cx="1074427" cy="1074427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CF217FA-04DC-4C53-A6B7-7F0D523887DA}">
      <dsp:nvSpPr>
        <dsp:cNvPr id="0" name=""/>
        <dsp:cNvSpPr/>
      </dsp:nvSpPr>
      <dsp:spPr>
        <a:xfrm>
          <a:off x="1081442" y="250430"/>
          <a:ext cx="623168" cy="62316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35E35B-DE6E-4E59-B1D3-7E7064E088A8}">
      <dsp:nvSpPr>
        <dsp:cNvPr id="0" name=""/>
        <dsp:cNvSpPr/>
      </dsp:nvSpPr>
      <dsp:spPr>
        <a:xfrm>
          <a:off x="2160474" y="24800"/>
          <a:ext cx="2532579" cy="10744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300" kern="1200" dirty="0"/>
            <a:t>Arquitetura EAI funcional e reprodutível</a:t>
          </a:r>
          <a:endParaRPr lang="en-US" sz="2300" kern="1200" dirty="0"/>
        </a:p>
      </dsp:txBody>
      <dsp:txXfrm>
        <a:off x="2160474" y="24800"/>
        <a:ext cx="2532579" cy="1074427"/>
      </dsp:txXfrm>
    </dsp:sp>
    <dsp:sp modelId="{DA616661-CD51-4F8C-A22E-3E815B4BF6DA}">
      <dsp:nvSpPr>
        <dsp:cNvPr id="0" name=""/>
        <dsp:cNvSpPr/>
      </dsp:nvSpPr>
      <dsp:spPr>
        <a:xfrm>
          <a:off x="5134336" y="24800"/>
          <a:ext cx="1074427" cy="1074427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1CFA71-3168-422B-98FE-ED8FA7BAA8C1}">
      <dsp:nvSpPr>
        <dsp:cNvPr id="0" name=""/>
        <dsp:cNvSpPr/>
      </dsp:nvSpPr>
      <dsp:spPr>
        <a:xfrm>
          <a:off x="5359966" y="250430"/>
          <a:ext cx="623168" cy="62316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B7B7C5-4983-4D2D-A2C6-9FA63F2FF6E5}">
      <dsp:nvSpPr>
        <dsp:cNvPr id="0" name=""/>
        <dsp:cNvSpPr/>
      </dsp:nvSpPr>
      <dsp:spPr>
        <a:xfrm>
          <a:off x="6438999" y="24800"/>
          <a:ext cx="2532579" cy="10744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300" kern="1200"/>
            <a:t> Desacoplamento via Message Broker (RabbitMQ)</a:t>
          </a:r>
          <a:endParaRPr lang="en-US" sz="2300" kern="1200"/>
        </a:p>
      </dsp:txBody>
      <dsp:txXfrm>
        <a:off x="6438999" y="24800"/>
        <a:ext cx="2532579" cy="1074427"/>
      </dsp:txXfrm>
    </dsp:sp>
    <dsp:sp modelId="{328F64DD-89EB-48E3-8EBB-C1AB004DD3D7}">
      <dsp:nvSpPr>
        <dsp:cNvPr id="0" name=""/>
        <dsp:cNvSpPr/>
      </dsp:nvSpPr>
      <dsp:spPr>
        <a:xfrm>
          <a:off x="855812" y="1942244"/>
          <a:ext cx="1074427" cy="1074427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3A71A8-6295-4369-A535-0C29B18B387C}">
      <dsp:nvSpPr>
        <dsp:cNvPr id="0" name=""/>
        <dsp:cNvSpPr/>
      </dsp:nvSpPr>
      <dsp:spPr>
        <a:xfrm>
          <a:off x="1081442" y="2167873"/>
          <a:ext cx="623168" cy="62316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E7EA7F-9150-4F37-9CB6-B567180A2FBA}">
      <dsp:nvSpPr>
        <dsp:cNvPr id="0" name=""/>
        <dsp:cNvSpPr/>
      </dsp:nvSpPr>
      <dsp:spPr>
        <a:xfrm>
          <a:off x="2160474" y="1942244"/>
          <a:ext cx="2532579" cy="10744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300" kern="1200"/>
            <a:t>Orquestração de fluxos complexos (Apache Camel)</a:t>
          </a:r>
          <a:endParaRPr lang="en-US" sz="2300" kern="1200"/>
        </a:p>
      </dsp:txBody>
      <dsp:txXfrm>
        <a:off x="2160474" y="1942244"/>
        <a:ext cx="2532579" cy="1074427"/>
      </dsp:txXfrm>
    </dsp:sp>
    <dsp:sp modelId="{11C9B09A-316D-4085-903E-CD0936FC5F3B}">
      <dsp:nvSpPr>
        <dsp:cNvPr id="0" name=""/>
        <dsp:cNvSpPr/>
      </dsp:nvSpPr>
      <dsp:spPr>
        <a:xfrm>
          <a:off x="5134336" y="1942244"/>
          <a:ext cx="1074427" cy="1074427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ABCB6B7-B7B2-48EC-B371-0D161231EF69}">
      <dsp:nvSpPr>
        <dsp:cNvPr id="0" name=""/>
        <dsp:cNvSpPr/>
      </dsp:nvSpPr>
      <dsp:spPr>
        <a:xfrm>
          <a:off x="5359966" y="2167873"/>
          <a:ext cx="623168" cy="62316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E45C91-E826-43D1-88AD-EDFFB948099C}">
      <dsp:nvSpPr>
        <dsp:cNvPr id="0" name=""/>
        <dsp:cNvSpPr/>
      </dsp:nvSpPr>
      <dsp:spPr>
        <a:xfrm>
          <a:off x="6438999" y="1942244"/>
          <a:ext cx="2532579" cy="10744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300" kern="1200"/>
            <a:t> Integração REST com Moodle</a:t>
          </a:r>
          <a:endParaRPr lang="en-US" sz="2300" kern="1200"/>
        </a:p>
      </dsp:txBody>
      <dsp:txXfrm>
        <a:off x="6438999" y="1942244"/>
        <a:ext cx="2532579" cy="1074427"/>
      </dsp:txXfrm>
    </dsp:sp>
    <dsp:sp modelId="{FD1AFA8B-EE83-4DE5-B19A-F812A932EF9E}">
      <dsp:nvSpPr>
        <dsp:cNvPr id="0" name=""/>
        <dsp:cNvSpPr/>
      </dsp:nvSpPr>
      <dsp:spPr>
        <a:xfrm>
          <a:off x="855812" y="3859687"/>
          <a:ext cx="1074427" cy="1074427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459003-8879-47C5-B580-6933EE4FBACA}">
      <dsp:nvSpPr>
        <dsp:cNvPr id="0" name=""/>
        <dsp:cNvSpPr/>
      </dsp:nvSpPr>
      <dsp:spPr>
        <a:xfrm>
          <a:off x="1081442" y="4085317"/>
          <a:ext cx="623168" cy="62316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6A2ABD-70F3-47FC-8DE9-8BCE36F6D050}">
      <dsp:nvSpPr>
        <dsp:cNvPr id="0" name=""/>
        <dsp:cNvSpPr/>
      </dsp:nvSpPr>
      <dsp:spPr>
        <a:xfrm>
          <a:off x="2160474" y="3859687"/>
          <a:ext cx="2532579" cy="10744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300" kern="1200"/>
            <a:t> Preparado para extensão com novos módulos</a:t>
          </a:r>
          <a:endParaRPr lang="en-US" sz="2300" kern="1200"/>
        </a:p>
      </dsp:txBody>
      <dsp:txXfrm>
        <a:off x="2160474" y="3859687"/>
        <a:ext cx="2532579" cy="10744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F89D5D-CCA0-45E3-BDCC-6F5EF88F7695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E8DD56-1C37-422D-BFE3-018A61994DA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554543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E8DD56-1C37-422D-BFE3-018A61994DA9}" type="slidenum">
              <a:rPr lang="pt-PT" smtClean="0"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3119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78FFDB-7286-8D93-6985-DD63BD9757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D36C4C4-38F5-0BB1-EE81-52999FED31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4C7B181E-EC0E-B6F3-DC36-BAD11F681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190BB-945B-46E2-A6E3-94E35039F846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3E5BD7F-2C29-F188-C5C0-B23FA21E5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806AFC1-7635-8A86-1B1C-4036C3326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CA8D3B-5F99-46EA-8EBB-11AF38919C9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61061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62E1EA-43C3-893E-BCE8-42187E72C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FCAE7F0-D5BF-028F-F75F-CFAA1EA3AB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5E166E30-7D0D-0BF0-1192-B2F49FB55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190BB-945B-46E2-A6E3-94E35039F846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60A41DA1-ABEA-82B7-9BC4-993997FB5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5FF89C88-F378-E0B5-057E-4AE16C252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CA8D3B-5F99-46EA-8EBB-11AF38919C9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516058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CB890E-E451-E085-B18C-420179CA2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F1675736-C5CB-F984-DC44-FE5798B9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00C2DAD9-16B6-EA28-EDB6-31D83E958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190BB-945B-46E2-A6E3-94E35039F846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A8B638D0-B852-27DF-898C-EBE626975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EBB4F400-F5E8-4CD1-E3A1-9A918076E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CA8D3B-5F99-46EA-8EBB-11AF38919C9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503755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D63807-071B-D1C7-587D-ADE44C3F9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E8EA045-3D11-9F36-CE22-9362526870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700A637A-1741-E2D0-32D7-752649526B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C365F4FC-2FFA-5C6B-34D8-331FB470B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190BB-945B-46E2-A6E3-94E35039F846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64532F61-B8BF-2DEE-AEC9-4B978E91F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4251BE25-AD1A-C21A-5742-65F735393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CA8D3B-5F99-46EA-8EBB-11AF38919C9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403150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356B5A-C285-6BD5-C463-F0A987409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F12A7796-DFBC-E08C-CF11-305C55FF2A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98C44521-994F-3FE2-056F-2A123E5A0E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DCC67B3C-5D03-8F9B-863D-AB48B60EB6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2192B902-B24C-071D-195B-2110E9D63A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BBA00674-9377-2F1A-9BE4-B29706FC5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190BB-945B-46E2-A6E3-94E35039F846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6E6ECDA9-B261-7204-D678-9A4BB3DE7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E4E62BBD-ECCA-05D1-71E0-AE35F0ED6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CA8D3B-5F99-46EA-8EBB-11AF38919C9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53693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2E2E94-A609-6CB0-613F-008B313DE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81D09A31-B8A7-FD85-787C-C286880B3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190BB-945B-46E2-A6E3-94E35039F846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B7325EC5-1CED-CABE-5112-3920FC0EF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C2F92776-37D6-87C7-D034-601304847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CA8D3B-5F99-46EA-8EBB-11AF38919C9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44479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30620F11-3A98-D5F1-58E5-2437927A3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190BB-945B-46E2-A6E3-94E35039F846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D000F24E-0636-E48E-A00B-DEA4B4525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44116583-2788-4A0B-EFB0-328AC819A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CA8D3B-5F99-46EA-8EBB-11AF38919C9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710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375A58-0F6B-9B2C-484F-2820965DE1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1FC87DB0-C03E-CD6F-7425-7ADD08F07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C487200D-4134-6229-AF6E-66C39AB439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9B811EC3-892A-5A15-454A-F105CA0D2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190BB-945B-46E2-A6E3-94E35039F846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6312CC33-D088-102A-08A3-4CC98AAB1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36C34320-E3F0-218F-6576-160EBF16D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CA8D3B-5F99-46EA-8EBB-11AF38919C9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23512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B4E4C1-BE41-B7DB-4309-6AF160D3F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441EC436-BC5E-A013-B964-CA5BD7EB75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879DBD1A-13C5-46C2-3D0E-A4F0E243BA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0A3F9394-C35F-3E48-4D84-D31EE6FFD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190BB-945B-46E2-A6E3-94E35039F846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FBBAC639-C8C1-C969-B81D-87E4AA19F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440E76EC-2CA0-0580-4AFD-147DFFE09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CA8D3B-5F99-46EA-8EBB-11AF38919C9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231969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33C0C6-E27D-CB12-4421-CC7FFB773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4FAAE732-7A1A-9ABD-8088-33308069E2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38BE995D-DA2B-1A80-EFF6-BC7DD7D76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190BB-945B-46E2-A6E3-94E35039F846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79B9B262-20D1-538B-1D56-A2F72CDE2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1F60A316-884B-EF96-BC19-0AB12AF07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CA8D3B-5F99-46EA-8EBB-11AF38919C9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79410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150D6E3-CD4A-9C91-0FD0-B48168679A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888D8EDF-2D9E-A8EE-E55B-1ECD2D13FF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CF526F2E-0104-EBE5-518B-C93F5C672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190BB-945B-46E2-A6E3-94E35039F846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526E3111-BF79-C1ED-7FBC-5E9A4D937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E7EFE42E-E410-23A2-9D49-8CB62D431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CA8D3B-5F99-46EA-8EBB-11AF38919C9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373634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59C9BF8A-C155-B212-756B-DBB0634B6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17A3BD89-B301-046F-BD57-8DFF307BF0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7AEAA4C7-9BD6-787A-B560-9AAF3895D6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D190BB-945B-46E2-A6E3-94E35039F846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AAF9E0DD-B842-AC02-A910-F17D6BC593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36B049A5-BB14-8899-4130-7B9B2EC277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CA8D3B-5F99-46EA-8EBB-11AF38919C9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466768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8E0893-3EE9-D6F7-77FE-BEED663BB8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/>
            <a:r>
              <a:rPr lang="pt-PT" sz="4800" b="1" dirty="0"/>
              <a:t>PROJETO DE INTEGRAÇÃO DE SISTEMAS MOODLE E MODULO ACADÉMICO SII </a:t>
            </a:r>
            <a:endParaRPr lang="pt-PT" sz="48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03D9E1D-6399-FD46-7533-D974094871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096786"/>
            <a:ext cx="9144000" cy="1051560"/>
          </a:xfrm>
        </p:spPr>
        <p:txBody>
          <a:bodyPr>
            <a:normAutofit/>
          </a:bodyPr>
          <a:lstStyle/>
          <a:p>
            <a:pPr algn="l"/>
            <a:r>
              <a:rPr lang="pt-PT" sz="1600" dirty="0"/>
              <a:t>António Monteiro</a:t>
            </a:r>
          </a:p>
          <a:p>
            <a:pPr algn="l"/>
            <a:r>
              <a:rPr lang="pt-PT" sz="1600" dirty="0"/>
              <a:t>Elvis Brito</a:t>
            </a:r>
          </a:p>
          <a:p>
            <a:pPr algn="l"/>
            <a:r>
              <a:rPr lang="pt-PT" sz="1600" dirty="0" err="1"/>
              <a:t>Isair</a:t>
            </a:r>
            <a:r>
              <a:rPr lang="pt-PT" sz="1600" dirty="0"/>
              <a:t> Fonseca</a:t>
            </a:r>
          </a:p>
        </p:txBody>
      </p:sp>
    </p:spTree>
    <p:extLst>
      <p:ext uri="{BB962C8B-B14F-4D97-AF65-F5344CB8AC3E}">
        <p14:creationId xmlns:p14="http://schemas.microsoft.com/office/powerpoint/2010/main" val="11125932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EC5736D-B956-F29B-4E2C-2A978657DE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29390"/>
            <a:ext cx="10515600" cy="58521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PT" b="1" dirty="0"/>
              <a:t>Objetivo Principal</a:t>
            </a:r>
            <a:endParaRPr lang="pt-PT" dirty="0"/>
          </a:p>
          <a:p>
            <a:r>
              <a:rPr lang="pt-PT" dirty="0"/>
              <a:t>Orquestrar fluxos entre módulo académico (SII), LMS Moodle e sistema de notificações</a:t>
            </a:r>
          </a:p>
          <a:p>
            <a:r>
              <a:rPr lang="pt-PT" dirty="0"/>
              <a:t>Implementar padrões de integração (EIP) em cenários reais</a:t>
            </a:r>
          </a:p>
          <a:p>
            <a:r>
              <a:rPr lang="pt-PT" dirty="0"/>
              <a:t>Arquitetura extensível, resiliente e observável</a:t>
            </a:r>
          </a:p>
          <a:p>
            <a:pPr marL="0" indent="0">
              <a:buNone/>
            </a:pPr>
            <a:endParaRPr lang="pt-PT" dirty="0"/>
          </a:p>
          <a:p>
            <a:pPr marL="0" indent="0">
              <a:buNone/>
            </a:pPr>
            <a:r>
              <a:rPr lang="pt-PT" b="1" dirty="0"/>
              <a:t>Tecnologias Chave</a:t>
            </a:r>
            <a:endParaRPr lang="pt-PT" dirty="0"/>
          </a:p>
          <a:p>
            <a:r>
              <a:rPr lang="pt-PT" dirty="0" err="1"/>
              <a:t>RabbitMQ</a:t>
            </a:r>
            <a:r>
              <a:rPr lang="pt-PT" dirty="0"/>
              <a:t> (</a:t>
            </a:r>
            <a:r>
              <a:rPr lang="pt-PT" dirty="0" err="1"/>
              <a:t>Message</a:t>
            </a:r>
            <a:r>
              <a:rPr lang="pt-PT" dirty="0"/>
              <a:t> Broker)</a:t>
            </a:r>
          </a:p>
          <a:p>
            <a:r>
              <a:rPr lang="pt-PT" dirty="0"/>
              <a:t>Spring </a:t>
            </a:r>
            <a:r>
              <a:rPr lang="pt-PT" dirty="0" err="1"/>
              <a:t>Boot</a:t>
            </a:r>
            <a:r>
              <a:rPr lang="pt-PT" dirty="0"/>
              <a:t> + Apache </a:t>
            </a:r>
            <a:r>
              <a:rPr lang="pt-PT" dirty="0" err="1"/>
              <a:t>Camel</a:t>
            </a:r>
            <a:r>
              <a:rPr lang="pt-PT" dirty="0"/>
              <a:t> (Orquestrador)</a:t>
            </a:r>
          </a:p>
          <a:p>
            <a:r>
              <a:rPr lang="pt-PT" dirty="0"/>
              <a:t>Moodle (LMS)</a:t>
            </a:r>
          </a:p>
          <a:p>
            <a:r>
              <a:rPr lang="pt-PT" dirty="0"/>
              <a:t>Modulo Acadêmico SII  </a:t>
            </a:r>
          </a:p>
          <a:p>
            <a:pPr marL="0" indent="0">
              <a:buNone/>
            </a:pP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5883513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4700A7-3711-D9DD-E876-7D5073C68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6" y="365126"/>
            <a:ext cx="10455303" cy="843472"/>
          </a:xfrm>
        </p:spPr>
        <p:txBody>
          <a:bodyPr>
            <a:normAutofit/>
          </a:bodyPr>
          <a:lstStyle/>
          <a:p>
            <a:r>
              <a:rPr lang="pt-PT" sz="3600" b="1" dirty="0"/>
              <a:t>O Problema</a:t>
            </a:r>
            <a:endParaRPr lang="pt-PT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B0D5D030-D0B0-339C-B2F7-F235D45EF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8598"/>
            <a:ext cx="10515600" cy="516834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pt-PT" b="1" dirty="0"/>
              <a:t>Cenário Inicial</a:t>
            </a:r>
            <a:br>
              <a:rPr lang="pt-PT" dirty="0"/>
            </a:br>
            <a:endParaRPr lang="pt-PT" dirty="0"/>
          </a:p>
          <a:p>
            <a:pPr marL="0" indent="0">
              <a:buNone/>
            </a:pPr>
            <a:r>
              <a:rPr lang="pt-PT" b="1" dirty="0"/>
              <a:t>Integração Ponto-a-Ponto (</a:t>
            </a:r>
            <a:r>
              <a:rPr lang="pt-PT" b="1" dirty="0" err="1"/>
              <a:t>Point</a:t>
            </a:r>
            <a:r>
              <a:rPr lang="pt-PT" b="1" dirty="0"/>
              <a:t>-to-</a:t>
            </a:r>
            <a:r>
              <a:rPr lang="pt-PT" b="1" dirty="0" err="1"/>
              <a:t>Point</a:t>
            </a:r>
            <a:r>
              <a:rPr lang="pt-PT" b="1" dirty="0"/>
              <a:t>)</a:t>
            </a:r>
            <a:endParaRPr lang="pt-PT" dirty="0"/>
          </a:p>
          <a:p>
            <a:r>
              <a:rPr lang="pt-PT" dirty="0"/>
              <a:t>Alto acoplamento entre sistemas</a:t>
            </a:r>
          </a:p>
          <a:p>
            <a:r>
              <a:rPr lang="pt-PT" dirty="0"/>
              <a:t>Difícil manutenção e escalabilidade</a:t>
            </a:r>
          </a:p>
          <a:p>
            <a:r>
              <a:rPr lang="pt-PT" dirty="0"/>
              <a:t>Sem garantias de entrega</a:t>
            </a:r>
            <a:br>
              <a:rPr lang="pt-PT" dirty="0"/>
            </a:br>
            <a:endParaRPr lang="pt-PT" dirty="0"/>
          </a:p>
          <a:p>
            <a:pPr marL="0" indent="0">
              <a:buNone/>
            </a:pPr>
            <a:r>
              <a:rPr lang="pt-PT" b="1" dirty="0"/>
              <a:t>Desafios Académicos</a:t>
            </a:r>
            <a:endParaRPr lang="pt-PT" dirty="0"/>
          </a:p>
          <a:p>
            <a:r>
              <a:rPr lang="pt-PT" dirty="0"/>
              <a:t>Sincronização manual de cursos e matrículas</a:t>
            </a:r>
          </a:p>
          <a:p>
            <a:r>
              <a:rPr lang="pt-PT" dirty="0"/>
              <a:t>Inconsistência entre SII e Moodle</a:t>
            </a:r>
          </a:p>
          <a:p>
            <a:r>
              <a:rPr lang="pt-PT" dirty="0"/>
              <a:t>Sem rastreabilidade de operações</a:t>
            </a:r>
            <a:br>
              <a:rPr lang="pt-PT" dirty="0"/>
            </a:br>
            <a:endParaRPr lang="pt-PT" dirty="0"/>
          </a:p>
          <a:p>
            <a:pPr marL="0" indent="0">
              <a:buNone/>
            </a:pPr>
            <a:r>
              <a:rPr lang="pt-PT" b="1" dirty="0"/>
              <a:t>Solução: </a:t>
            </a:r>
            <a:r>
              <a:rPr lang="pt-PT" dirty="0"/>
              <a:t>Arquitetura EAI com </a:t>
            </a:r>
            <a:r>
              <a:rPr lang="pt-PT" dirty="0" err="1"/>
              <a:t>Message</a:t>
            </a:r>
            <a:r>
              <a:rPr lang="pt-PT" dirty="0"/>
              <a:t> Broker</a:t>
            </a:r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852734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18AC8E79-ECD6-4F34-BE5A-9F5E850E8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2BE1BB-2AB2-4D7E-9E27-8D245181B5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2A1615C-2156-4B15-BF3E-39794B3790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97691"/>
            <a:ext cx="5378624" cy="6402614"/>
            <a:chOff x="-19221" y="197691"/>
            <a:chExt cx="5378624" cy="6402614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0AAA4B8-4E08-4663-9835-BA403F0061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CB4869D1-3E13-4881-A292-2F38ECC07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FEDB7CE-BB3D-4A0D-A73F-3117044F32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6E0C6E1-7FBF-471E-849C-A54AF1D41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B2BFAA38-D910-41AD-BBED-0608E4AE71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97691"/>
              <a:ext cx="5378623" cy="6402614"/>
            </a:xfrm>
            <a:custGeom>
              <a:avLst/>
              <a:gdLst>
                <a:gd name="connsiteX0" fmla="*/ 2220349 w 5378623"/>
                <a:gd name="connsiteY0" fmla="*/ 67 h 6402614"/>
                <a:gd name="connsiteX1" fmla="*/ 3018161 w 5378623"/>
                <a:gd name="connsiteY1" fmla="*/ 108191 h 6402614"/>
                <a:gd name="connsiteX2" fmla="*/ 5265831 w 5378623"/>
                <a:gd name="connsiteY2" fmla="*/ 4066338 h 6402614"/>
                <a:gd name="connsiteX3" fmla="*/ 2912752 w 5378623"/>
                <a:gd name="connsiteY3" fmla="*/ 6386691 h 6402614"/>
                <a:gd name="connsiteX4" fmla="*/ 2840648 w 5378623"/>
                <a:gd name="connsiteY4" fmla="*/ 6402614 h 6402614"/>
                <a:gd name="connsiteX5" fmla="*/ 1474249 w 5378623"/>
                <a:gd name="connsiteY5" fmla="*/ 6402614 h 6402614"/>
                <a:gd name="connsiteX6" fmla="*/ 1340218 w 5378623"/>
                <a:gd name="connsiteY6" fmla="*/ 6370360 h 6402614"/>
                <a:gd name="connsiteX7" fmla="*/ 204687 w 5378623"/>
                <a:gd name="connsiteY7" fmla="*/ 5802379 h 6402614"/>
                <a:gd name="connsiteX8" fmla="*/ 0 w 5378623"/>
                <a:gd name="connsiteY8" fmla="*/ 5624181 h 6402614"/>
                <a:gd name="connsiteX9" fmla="*/ 0 w 5378623"/>
                <a:gd name="connsiteY9" fmla="*/ 5197118 h 6402614"/>
                <a:gd name="connsiteX10" fmla="*/ 120950 w 5378623"/>
                <a:gd name="connsiteY10" fmla="*/ 5327736 h 6402614"/>
                <a:gd name="connsiteX11" fmla="*/ 553277 w 5378623"/>
                <a:gd name="connsiteY11" fmla="*/ 5674143 h 6402614"/>
                <a:gd name="connsiteX12" fmla="*/ 1048951 w 5378623"/>
                <a:gd name="connsiteY12" fmla="*/ 5913372 h 6402614"/>
                <a:gd name="connsiteX13" fmla="*/ 1114406 w 5378623"/>
                <a:gd name="connsiteY13" fmla="*/ 5935664 h 6402614"/>
                <a:gd name="connsiteX14" fmla="*/ 1180375 w 5378623"/>
                <a:gd name="connsiteY14" fmla="*/ 5956470 h 6402614"/>
                <a:gd name="connsiteX15" fmla="*/ 1247107 w 5378623"/>
                <a:gd name="connsiteY15" fmla="*/ 5975278 h 6402614"/>
                <a:gd name="connsiteX16" fmla="*/ 1313053 w 5378623"/>
                <a:gd name="connsiteY16" fmla="*/ 5991905 h 6402614"/>
                <a:gd name="connsiteX17" fmla="*/ 1578771 w 5378623"/>
                <a:gd name="connsiteY17" fmla="*/ 6035400 h 6402614"/>
                <a:gd name="connsiteX18" fmla="*/ 2116969 w 5378623"/>
                <a:gd name="connsiteY18" fmla="*/ 6005033 h 6402614"/>
                <a:gd name="connsiteX19" fmla="*/ 2648341 w 5378623"/>
                <a:gd name="connsiteY19" fmla="*/ 5837212 h 6402614"/>
                <a:gd name="connsiteX20" fmla="*/ 3166862 w 5378623"/>
                <a:gd name="connsiteY20" fmla="*/ 5582136 h 6402614"/>
                <a:gd name="connsiteX21" fmla="*/ 3295551 w 5378623"/>
                <a:gd name="connsiteY21" fmla="*/ 5510900 h 6402614"/>
                <a:gd name="connsiteX22" fmla="*/ 3426292 w 5378623"/>
                <a:gd name="connsiteY22" fmla="*/ 5437546 h 6402614"/>
                <a:gd name="connsiteX23" fmla="*/ 3693498 w 5378623"/>
                <a:gd name="connsiteY23" fmla="*/ 5296779 h 6402614"/>
                <a:gd name="connsiteX24" fmla="*/ 3957511 w 5378623"/>
                <a:gd name="connsiteY24" fmla="*/ 5162806 h 6402614"/>
                <a:gd name="connsiteX25" fmla="*/ 4212170 w 5378623"/>
                <a:gd name="connsiteY25" fmla="*/ 5024936 h 6402614"/>
                <a:gd name="connsiteX26" fmla="*/ 4449651 w 5378623"/>
                <a:gd name="connsiteY26" fmla="*/ 4870986 h 6402614"/>
                <a:gd name="connsiteX27" fmla="*/ 4659728 w 5378623"/>
                <a:gd name="connsiteY27" fmla="*/ 4689640 h 6402614"/>
                <a:gd name="connsiteX28" fmla="*/ 4830457 w 5378623"/>
                <a:gd name="connsiteY28" fmla="*/ 4472596 h 6402614"/>
                <a:gd name="connsiteX29" fmla="*/ 4955705 w 5378623"/>
                <a:gd name="connsiteY29" fmla="*/ 4222268 h 6402614"/>
                <a:gd name="connsiteX30" fmla="*/ 4968352 w 5378623"/>
                <a:gd name="connsiteY30" fmla="*/ 4189141 h 6402614"/>
                <a:gd name="connsiteX31" fmla="*/ 4979564 w 5378623"/>
                <a:gd name="connsiteY31" fmla="*/ 4155400 h 6402614"/>
                <a:gd name="connsiteX32" fmla="*/ 4990913 w 5378623"/>
                <a:gd name="connsiteY32" fmla="*/ 4121577 h 6402614"/>
                <a:gd name="connsiteX33" fmla="*/ 5000865 w 5378623"/>
                <a:gd name="connsiteY33" fmla="*/ 4086570 h 6402614"/>
                <a:gd name="connsiteX34" fmla="*/ 5020612 w 5378623"/>
                <a:gd name="connsiteY34" fmla="*/ 4016281 h 6402614"/>
                <a:gd name="connsiteX35" fmla="*/ 5030486 w 5378623"/>
                <a:gd name="connsiteY35" fmla="*/ 3981137 h 6402614"/>
                <a:gd name="connsiteX36" fmla="*/ 5035423 w 5378623"/>
                <a:gd name="connsiteY36" fmla="*/ 3963565 h 6402614"/>
                <a:gd name="connsiteX37" fmla="*/ 5039507 w 5378623"/>
                <a:gd name="connsiteY37" fmla="*/ 3945765 h 6402614"/>
                <a:gd name="connsiteX38" fmla="*/ 5071597 w 5378623"/>
                <a:gd name="connsiteY38" fmla="*/ 3802972 h 6402614"/>
                <a:gd name="connsiteX39" fmla="*/ 5096108 w 5378623"/>
                <a:gd name="connsiteY39" fmla="*/ 3658610 h 6402614"/>
                <a:gd name="connsiteX40" fmla="*/ 5113299 w 5378623"/>
                <a:gd name="connsiteY40" fmla="*/ 3512985 h 6402614"/>
                <a:gd name="connsiteX41" fmla="*/ 5115328 w 5378623"/>
                <a:gd name="connsiteY41" fmla="*/ 3494749 h 6402614"/>
                <a:gd name="connsiteX42" fmla="*/ 5116446 w 5378623"/>
                <a:gd name="connsiteY42" fmla="*/ 3476502 h 6402614"/>
                <a:gd name="connsiteX43" fmla="*/ 5118711 w 5378623"/>
                <a:gd name="connsiteY43" fmla="*/ 3439898 h 6402614"/>
                <a:gd name="connsiteX44" fmla="*/ 5123270 w 5378623"/>
                <a:gd name="connsiteY44" fmla="*/ 3366583 h 6402614"/>
                <a:gd name="connsiteX45" fmla="*/ 5121172 w 5378623"/>
                <a:gd name="connsiteY45" fmla="*/ 3072860 h 6402614"/>
                <a:gd name="connsiteX46" fmla="*/ 5119473 w 5378623"/>
                <a:gd name="connsiteY46" fmla="*/ 3036121 h 6402614"/>
                <a:gd name="connsiteX47" fmla="*/ 5116244 w 5378623"/>
                <a:gd name="connsiteY47" fmla="*/ 2999552 h 6402614"/>
                <a:gd name="connsiteX48" fmla="*/ 5109221 w 5378623"/>
                <a:gd name="connsiteY48" fmla="*/ 2926379 h 6402614"/>
                <a:gd name="connsiteX49" fmla="*/ 5089643 w 5378623"/>
                <a:gd name="connsiteY49" fmla="*/ 2780639 h 6402614"/>
                <a:gd name="connsiteX50" fmla="*/ 5084078 w 5378623"/>
                <a:gd name="connsiteY50" fmla="*/ 2744255 h 6402614"/>
                <a:gd name="connsiteX51" fmla="*/ 5077785 w 5378623"/>
                <a:gd name="connsiteY51" fmla="*/ 2708026 h 6402614"/>
                <a:gd name="connsiteX52" fmla="*/ 5063128 w 5378623"/>
                <a:gd name="connsiteY52" fmla="*/ 2636053 h 6402614"/>
                <a:gd name="connsiteX53" fmla="*/ 5047530 w 5378623"/>
                <a:gd name="connsiteY53" fmla="*/ 2564176 h 6402614"/>
                <a:gd name="connsiteX54" fmla="*/ 5028967 w 5378623"/>
                <a:gd name="connsiteY54" fmla="*/ 2493127 h 6402614"/>
                <a:gd name="connsiteX55" fmla="*/ 4822623 w 5378623"/>
                <a:gd name="connsiteY55" fmla="*/ 1944830 h 6402614"/>
                <a:gd name="connsiteX56" fmla="*/ 4108183 w 5378623"/>
                <a:gd name="connsiteY56" fmla="*/ 1038170 h 6402614"/>
                <a:gd name="connsiteX57" fmla="*/ 3638213 w 5378623"/>
                <a:gd name="connsiteY57" fmla="*/ 712395 h 6402614"/>
                <a:gd name="connsiteX58" fmla="*/ 3575480 w 5378623"/>
                <a:gd name="connsiteY58" fmla="*/ 678662 h 6402614"/>
                <a:gd name="connsiteX59" fmla="*/ 3512574 w 5378623"/>
                <a:gd name="connsiteY59" fmla="*/ 645577 h 6402614"/>
                <a:gd name="connsiteX60" fmla="*/ 3448603 w 5378623"/>
                <a:gd name="connsiteY60" fmla="*/ 614757 h 6402614"/>
                <a:gd name="connsiteX61" fmla="*/ 3416617 w 5378623"/>
                <a:gd name="connsiteY61" fmla="*/ 599347 h 6402614"/>
                <a:gd name="connsiteX62" fmla="*/ 3384352 w 5378623"/>
                <a:gd name="connsiteY62" fmla="*/ 584559 h 6402614"/>
                <a:gd name="connsiteX63" fmla="*/ 3254088 w 5378623"/>
                <a:gd name="connsiteY63" fmla="*/ 529021 h 6402614"/>
                <a:gd name="connsiteX64" fmla="*/ 3121640 w 5378623"/>
                <a:gd name="connsiteY64" fmla="*/ 479505 h 6402614"/>
                <a:gd name="connsiteX65" fmla="*/ 2987193 w 5378623"/>
                <a:gd name="connsiteY65" fmla="*/ 436176 h 6402614"/>
                <a:gd name="connsiteX66" fmla="*/ 2851296 w 5378623"/>
                <a:gd name="connsiteY66" fmla="*/ 398256 h 6402614"/>
                <a:gd name="connsiteX67" fmla="*/ 2573611 w 5378623"/>
                <a:gd name="connsiteY67" fmla="*/ 336717 h 6402614"/>
                <a:gd name="connsiteX68" fmla="*/ 2014208 w 5378623"/>
                <a:gd name="connsiteY68" fmla="*/ 276896 h 6402614"/>
                <a:gd name="connsiteX69" fmla="*/ 1457097 w 5378623"/>
                <a:gd name="connsiteY69" fmla="*/ 322828 h 6402614"/>
                <a:gd name="connsiteX70" fmla="*/ 914684 w 5378623"/>
                <a:gd name="connsiteY70" fmla="*/ 486648 h 6402614"/>
                <a:gd name="connsiteX71" fmla="*/ 848661 w 5378623"/>
                <a:gd name="connsiteY71" fmla="*/ 515093 h 6402614"/>
                <a:gd name="connsiteX72" fmla="*/ 782834 w 5378623"/>
                <a:gd name="connsiteY72" fmla="*/ 544519 h 6402614"/>
                <a:gd name="connsiteX73" fmla="*/ 717715 w 5378623"/>
                <a:gd name="connsiteY73" fmla="*/ 575988 h 6402614"/>
                <a:gd name="connsiteX74" fmla="*/ 653112 w 5378623"/>
                <a:gd name="connsiteY74" fmla="*/ 608523 h 6402614"/>
                <a:gd name="connsiteX75" fmla="*/ 406671 w 5378623"/>
                <a:gd name="connsiteY75" fmla="*/ 756246 h 6402614"/>
                <a:gd name="connsiteX76" fmla="*/ 191033 w 5378623"/>
                <a:gd name="connsiteY76" fmla="*/ 942131 h 6402614"/>
                <a:gd name="connsiteX77" fmla="*/ 143339 w 5378623"/>
                <a:gd name="connsiteY77" fmla="*/ 996006 h 6402614"/>
                <a:gd name="connsiteX78" fmla="*/ 98848 w 5378623"/>
                <a:gd name="connsiteY78" fmla="*/ 1053288 h 6402614"/>
                <a:gd name="connsiteX79" fmla="*/ 56083 w 5378623"/>
                <a:gd name="connsiteY79" fmla="*/ 1112657 h 6402614"/>
                <a:gd name="connsiteX80" fmla="*/ 14889 w 5378623"/>
                <a:gd name="connsiteY80" fmla="*/ 1173837 h 6402614"/>
                <a:gd name="connsiteX81" fmla="*/ 0 w 5378623"/>
                <a:gd name="connsiteY81" fmla="*/ 1198088 h 6402614"/>
                <a:gd name="connsiteX82" fmla="*/ 0 w 5378623"/>
                <a:gd name="connsiteY82" fmla="*/ 888809 h 6402614"/>
                <a:gd name="connsiteX83" fmla="*/ 88781 w 5378623"/>
                <a:gd name="connsiteY83" fmla="*/ 802825 h 6402614"/>
                <a:gd name="connsiteX84" fmla="*/ 2220349 w 5378623"/>
                <a:gd name="connsiteY84" fmla="*/ 67 h 6402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5378623" h="6402614">
                  <a:moveTo>
                    <a:pt x="2220349" y="67"/>
                  </a:moveTo>
                  <a:cubicBezTo>
                    <a:pt x="2484151" y="1784"/>
                    <a:pt x="2751801" y="36820"/>
                    <a:pt x="3018161" y="108191"/>
                  </a:cubicBezTo>
                  <a:cubicBezTo>
                    <a:pt x="4722867" y="564965"/>
                    <a:pt x="5729192" y="2337049"/>
                    <a:pt x="5265831" y="4066338"/>
                  </a:cubicBezTo>
                  <a:cubicBezTo>
                    <a:pt x="4947269" y="5255224"/>
                    <a:pt x="4017004" y="6114300"/>
                    <a:pt x="2912752" y="6386691"/>
                  </a:cubicBezTo>
                  <a:lnTo>
                    <a:pt x="2840648" y="6402614"/>
                  </a:lnTo>
                  <a:lnTo>
                    <a:pt x="1474249" y="6402614"/>
                  </a:lnTo>
                  <a:lnTo>
                    <a:pt x="1340218" y="6370360"/>
                  </a:lnTo>
                  <a:cubicBezTo>
                    <a:pt x="914042" y="6256167"/>
                    <a:pt x="531514" y="6059766"/>
                    <a:pt x="204687" y="5802379"/>
                  </a:cubicBezTo>
                  <a:lnTo>
                    <a:pt x="0" y="5624181"/>
                  </a:lnTo>
                  <a:lnTo>
                    <a:pt x="0" y="5197118"/>
                  </a:lnTo>
                  <a:lnTo>
                    <a:pt x="120950" y="5327736"/>
                  </a:lnTo>
                  <a:cubicBezTo>
                    <a:pt x="253827" y="5458395"/>
                    <a:pt x="397634" y="5575985"/>
                    <a:pt x="553277" y="5674143"/>
                  </a:cubicBezTo>
                  <a:cubicBezTo>
                    <a:pt x="708978" y="5772084"/>
                    <a:pt x="875421" y="5851690"/>
                    <a:pt x="1048951" y="5913372"/>
                  </a:cubicBezTo>
                  <a:cubicBezTo>
                    <a:pt x="1070860" y="5920750"/>
                    <a:pt x="1092382" y="5928719"/>
                    <a:pt x="1114406" y="5935664"/>
                  </a:cubicBezTo>
                  <a:lnTo>
                    <a:pt x="1180375" y="5956470"/>
                  </a:lnTo>
                  <a:lnTo>
                    <a:pt x="1247107" y="5975278"/>
                  </a:lnTo>
                  <a:cubicBezTo>
                    <a:pt x="1269462" y="5981848"/>
                    <a:pt x="1291029" y="5986236"/>
                    <a:pt x="1313053" y="5991905"/>
                  </a:cubicBezTo>
                  <a:cubicBezTo>
                    <a:pt x="1400808" y="6012869"/>
                    <a:pt x="1489584" y="6027036"/>
                    <a:pt x="1578771" y="6035400"/>
                  </a:cubicBezTo>
                  <a:cubicBezTo>
                    <a:pt x="1757312" y="6051941"/>
                    <a:pt x="1937844" y="6040152"/>
                    <a:pt x="2116969" y="6005033"/>
                  </a:cubicBezTo>
                  <a:cubicBezTo>
                    <a:pt x="2296104" y="5969454"/>
                    <a:pt x="2473717" y="5910978"/>
                    <a:pt x="2648341" y="5837212"/>
                  </a:cubicBezTo>
                  <a:cubicBezTo>
                    <a:pt x="2823148" y="5763610"/>
                    <a:pt x="2995347" y="5675863"/>
                    <a:pt x="3166862" y="5582136"/>
                  </a:cubicBezTo>
                  <a:cubicBezTo>
                    <a:pt x="3209843" y="5558645"/>
                    <a:pt x="3252667" y="5534880"/>
                    <a:pt x="3295551" y="5510900"/>
                  </a:cubicBezTo>
                  <a:lnTo>
                    <a:pt x="3426292" y="5437546"/>
                  </a:lnTo>
                  <a:cubicBezTo>
                    <a:pt x="3515217" y="5388460"/>
                    <a:pt x="3604599" y="5341930"/>
                    <a:pt x="3693498" y="5296779"/>
                  </a:cubicBezTo>
                  <a:lnTo>
                    <a:pt x="3957511" y="5162806"/>
                  </a:lnTo>
                  <a:cubicBezTo>
                    <a:pt x="4044259" y="5118005"/>
                    <a:pt x="4129592" y="5072941"/>
                    <a:pt x="4212170" y="5024936"/>
                  </a:cubicBezTo>
                  <a:cubicBezTo>
                    <a:pt x="4294563" y="4976766"/>
                    <a:pt x="4374532" y="4926554"/>
                    <a:pt x="4449651" y="4870986"/>
                  </a:cubicBezTo>
                  <a:cubicBezTo>
                    <a:pt x="4524973" y="4815937"/>
                    <a:pt x="4596075" y="4756163"/>
                    <a:pt x="4659728" y="4689640"/>
                  </a:cubicBezTo>
                  <a:cubicBezTo>
                    <a:pt x="4723566" y="4623283"/>
                    <a:pt x="4780828" y="4550758"/>
                    <a:pt x="4830457" y="4472596"/>
                  </a:cubicBezTo>
                  <a:cubicBezTo>
                    <a:pt x="4880087" y="4394434"/>
                    <a:pt x="4921716" y="4310302"/>
                    <a:pt x="4955705" y="4222268"/>
                  </a:cubicBezTo>
                  <a:lnTo>
                    <a:pt x="4968352" y="4189141"/>
                  </a:lnTo>
                  <a:lnTo>
                    <a:pt x="4979564" y="4155400"/>
                  </a:lnTo>
                  <a:lnTo>
                    <a:pt x="4990913" y="4121577"/>
                  </a:lnTo>
                  <a:cubicBezTo>
                    <a:pt x="4994441" y="4110119"/>
                    <a:pt x="4997522" y="4098194"/>
                    <a:pt x="5000865" y="4086570"/>
                  </a:cubicBezTo>
                  <a:lnTo>
                    <a:pt x="5020612" y="4016281"/>
                  </a:lnTo>
                  <a:lnTo>
                    <a:pt x="5030486" y="3981137"/>
                  </a:lnTo>
                  <a:lnTo>
                    <a:pt x="5035423" y="3963565"/>
                  </a:lnTo>
                  <a:lnTo>
                    <a:pt x="5039507" y="3945765"/>
                  </a:lnTo>
                  <a:cubicBezTo>
                    <a:pt x="5050088" y="3898175"/>
                    <a:pt x="5061308" y="3850756"/>
                    <a:pt x="5071597" y="3802972"/>
                  </a:cubicBezTo>
                  <a:lnTo>
                    <a:pt x="5096108" y="3658610"/>
                  </a:lnTo>
                  <a:cubicBezTo>
                    <a:pt x="5102684" y="3610180"/>
                    <a:pt x="5107604" y="3561536"/>
                    <a:pt x="5113299" y="3512985"/>
                  </a:cubicBezTo>
                  <a:lnTo>
                    <a:pt x="5115328" y="3494749"/>
                  </a:lnTo>
                  <a:lnTo>
                    <a:pt x="5116446" y="3476502"/>
                  </a:lnTo>
                  <a:lnTo>
                    <a:pt x="5118711" y="3439898"/>
                  </a:lnTo>
                  <a:lnTo>
                    <a:pt x="5123270" y="3366583"/>
                  </a:lnTo>
                  <a:cubicBezTo>
                    <a:pt x="5126606" y="3268829"/>
                    <a:pt x="5127431" y="3170634"/>
                    <a:pt x="5121172" y="3072860"/>
                  </a:cubicBezTo>
                  <a:lnTo>
                    <a:pt x="5119473" y="3036121"/>
                  </a:lnTo>
                  <a:cubicBezTo>
                    <a:pt x="5118968" y="3023930"/>
                    <a:pt x="5117310" y="3011778"/>
                    <a:pt x="5116244" y="2999552"/>
                  </a:cubicBezTo>
                  <a:lnTo>
                    <a:pt x="5109221" y="2926379"/>
                  </a:lnTo>
                  <a:cubicBezTo>
                    <a:pt x="5105544" y="2877404"/>
                    <a:pt x="5096760" y="2829145"/>
                    <a:pt x="5089643" y="2780639"/>
                  </a:cubicBezTo>
                  <a:lnTo>
                    <a:pt x="5084078" y="2744255"/>
                  </a:lnTo>
                  <a:cubicBezTo>
                    <a:pt x="5082420" y="2732104"/>
                    <a:pt x="5080412" y="2719974"/>
                    <a:pt x="5077785" y="2708026"/>
                  </a:cubicBezTo>
                  <a:lnTo>
                    <a:pt x="5063128" y="2636053"/>
                  </a:lnTo>
                  <a:cubicBezTo>
                    <a:pt x="5057902" y="2612048"/>
                    <a:pt x="5053511" y="2587920"/>
                    <a:pt x="5047530" y="2564176"/>
                  </a:cubicBezTo>
                  <a:lnTo>
                    <a:pt x="5028967" y="2493127"/>
                  </a:lnTo>
                  <a:cubicBezTo>
                    <a:pt x="4979424" y="2303537"/>
                    <a:pt x="4909775" y="2119458"/>
                    <a:pt x="4822623" y="1944830"/>
                  </a:cubicBezTo>
                  <a:cubicBezTo>
                    <a:pt x="4648947" y="1594931"/>
                    <a:pt x="4401749" y="1285261"/>
                    <a:pt x="4108183" y="1038170"/>
                  </a:cubicBezTo>
                  <a:cubicBezTo>
                    <a:pt x="3961444" y="914460"/>
                    <a:pt x="3803854" y="805232"/>
                    <a:pt x="3638213" y="712395"/>
                  </a:cubicBezTo>
                  <a:lnTo>
                    <a:pt x="3575480" y="678662"/>
                  </a:lnTo>
                  <a:cubicBezTo>
                    <a:pt x="3554450" y="667578"/>
                    <a:pt x="3534194" y="655311"/>
                    <a:pt x="3512574" y="645577"/>
                  </a:cubicBezTo>
                  <a:lnTo>
                    <a:pt x="3448603" y="614757"/>
                  </a:lnTo>
                  <a:lnTo>
                    <a:pt x="3416617" y="599347"/>
                  </a:lnTo>
                  <a:cubicBezTo>
                    <a:pt x="3406000" y="594185"/>
                    <a:pt x="3395413" y="588913"/>
                    <a:pt x="3384352" y="584559"/>
                  </a:cubicBezTo>
                  <a:cubicBezTo>
                    <a:pt x="3340850" y="566062"/>
                    <a:pt x="3297707" y="547083"/>
                    <a:pt x="3254088" y="529021"/>
                  </a:cubicBezTo>
                  <a:cubicBezTo>
                    <a:pt x="3209736" y="512847"/>
                    <a:pt x="3165607" y="496270"/>
                    <a:pt x="3121640" y="479505"/>
                  </a:cubicBezTo>
                  <a:lnTo>
                    <a:pt x="2987193" y="436176"/>
                  </a:lnTo>
                  <a:cubicBezTo>
                    <a:pt x="2942116" y="422708"/>
                    <a:pt x="2896575" y="410968"/>
                    <a:pt x="2851296" y="398256"/>
                  </a:cubicBezTo>
                  <a:cubicBezTo>
                    <a:pt x="2759507" y="375285"/>
                    <a:pt x="2666373" y="353923"/>
                    <a:pt x="2573611" y="336717"/>
                  </a:cubicBezTo>
                  <a:cubicBezTo>
                    <a:pt x="2387776" y="301762"/>
                    <a:pt x="2200839" y="280304"/>
                    <a:pt x="2014208" y="276896"/>
                  </a:cubicBezTo>
                  <a:cubicBezTo>
                    <a:pt x="1827605" y="273381"/>
                    <a:pt x="1641223" y="288238"/>
                    <a:pt x="1457097" y="322828"/>
                  </a:cubicBezTo>
                  <a:cubicBezTo>
                    <a:pt x="1272912" y="357634"/>
                    <a:pt x="1091595" y="413727"/>
                    <a:pt x="914684" y="486648"/>
                  </a:cubicBezTo>
                  <a:lnTo>
                    <a:pt x="848661" y="515093"/>
                  </a:lnTo>
                  <a:cubicBezTo>
                    <a:pt x="826573" y="524592"/>
                    <a:pt x="804281" y="533573"/>
                    <a:pt x="782834" y="544519"/>
                  </a:cubicBezTo>
                  <a:lnTo>
                    <a:pt x="717715" y="575988"/>
                  </a:lnTo>
                  <a:cubicBezTo>
                    <a:pt x="696005" y="586632"/>
                    <a:pt x="673986" y="596729"/>
                    <a:pt x="653112" y="608523"/>
                  </a:cubicBezTo>
                  <a:cubicBezTo>
                    <a:pt x="568070" y="653782"/>
                    <a:pt x="483901" y="700897"/>
                    <a:pt x="406671" y="756246"/>
                  </a:cubicBezTo>
                  <a:cubicBezTo>
                    <a:pt x="327441" y="809669"/>
                    <a:pt x="256836" y="872706"/>
                    <a:pt x="191033" y="942131"/>
                  </a:cubicBezTo>
                  <a:cubicBezTo>
                    <a:pt x="175048" y="959988"/>
                    <a:pt x="159064" y="977846"/>
                    <a:pt x="143339" y="996006"/>
                  </a:cubicBezTo>
                  <a:lnTo>
                    <a:pt x="98848" y="1053288"/>
                  </a:lnTo>
                  <a:cubicBezTo>
                    <a:pt x="83542" y="1072023"/>
                    <a:pt x="70312" y="1092822"/>
                    <a:pt x="56083" y="1112657"/>
                  </a:cubicBezTo>
                  <a:cubicBezTo>
                    <a:pt x="42010" y="1132765"/>
                    <a:pt x="27965" y="1152765"/>
                    <a:pt x="14889" y="1173837"/>
                  </a:cubicBezTo>
                  <a:lnTo>
                    <a:pt x="0" y="1198088"/>
                  </a:lnTo>
                  <a:lnTo>
                    <a:pt x="0" y="888809"/>
                  </a:lnTo>
                  <a:lnTo>
                    <a:pt x="88781" y="802825"/>
                  </a:lnTo>
                  <a:cubicBezTo>
                    <a:pt x="672175" y="289643"/>
                    <a:pt x="1428944" y="-5083"/>
                    <a:pt x="2220349" y="6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AAD37ECD-062B-3B7C-DCAB-D5D02CCA2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3121701"/>
            <a:ext cx="3476488" cy="178651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b="1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Arquitetura da Solução</a:t>
            </a:r>
            <a:endParaRPr lang="en-US" sz="4000" kern="120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Marcador de Posição de Conteúdo 3" descr="Uma imagem com texto, diagrama, Desenho técnico, Esquema&#10;&#10;Os conteúdos gerados por IA podem estar incorretos.">
            <a:extLst>
              <a:ext uri="{FF2B5EF4-FFF2-40B4-BE49-F238E27FC236}">
                <a16:creationId xmlns:a16="http://schemas.microsoft.com/office/drawing/2014/main" id="{81AFBB81-3C84-EB62-279E-37AE4EAA2E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11828" y="251144"/>
            <a:ext cx="6221344" cy="5863615"/>
          </a:xfrm>
          <a:custGeom>
            <a:avLst/>
            <a:gdLst/>
            <a:ahLst/>
            <a:cxnLst/>
            <a:rect l="l" t="t" r="r" b="b"/>
            <a:pathLst>
              <a:path w="5017317" h="5380277">
                <a:moveTo>
                  <a:pt x="0" y="0"/>
                </a:moveTo>
                <a:lnTo>
                  <a:pt x="5017317" y="0"/>
                </a:lnTo>
                <a:lnTo>
                  <a:pt x="5017317" y="5380277"/>
                </a:lnTo>
                <a:lnTo>
                  <a:pt x="0" y="538027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859834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C5278130-DFE0-457B-8698-88DF69019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F99531B-1681-4D6E-BECB-18325B33A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B398ABA-6574-463B-9D0E-961FBD5B3D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78324" y="699899"/>
            <a:ext cx="10713676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116109D-FAE0-56B4-ACB2-34AE49DEE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900" y="540167"/>
            <a:ext cx="5370576" cy="2135867"/>
          </a:xfrm>
        </p:spPr>
        <p:txBody>
          <a:bodyPr anchor="b">
            <a:normAutofit/>
          </a:bodyPr>
          <a:lstStyle/>
          <a:p>
            <a:r>
              <a:rPr lang="pt-PT" sz="4800" b="1"/>
              <a:t>Componentes Principais</a:t>
            </a:r>
            <a:br>
              <a:rPr lang="pt-PT" sz="4800"/>
            </a:br>
            <a:endParaRPr lang="pt-PT" sz="4800"/>
          </a:p>
        </p:txBody>
      </p:sp>
      <p:pic>
        <p:nvPicPr>
          <p:cNvPr id="13" name="Imagem 12" descr="Uma imagem com logótipo, Gráficos, design&#10;&#10;Os conteúdos gerados por IA podem estar incorretos.">
            <a:extLst>
              <a:ext uri="{FF2B5EF4-FFF2-40B4-BE49-F238E27FC236}">
                <a16:creationId xmlns:a16="http://schemas.microsoft.com/office/drawing/2014/main" id="{3DDC4F29-B841-2144-2658-5C0375877E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117" r="-1" b="1449"/>
          <a:stretch>
            <a:fillRect/>
          </a:stretch>
        </p:blipFill>
        <p:spPr>
          <a:xfrm>
            <a:off x="10002111" y="5556649"/>
            <a:ext cx="1453747" cy="515172"/>
          </a:xfrm>
          <a:prstGeom prst="rect">
            <a:avLst/>
          </a:prstGeom>
        </p:spPr>
      </p:pic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6342F2E-4ED1-E4D7-E293-9ADFE1FBDE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900" y="2880452"/>
            <a:ext cx="5370576" cy="3095445"/>
          </a:xfrm>
        </p:spPr>
        <p:txBody>
          <a:bodyPr anchor="t">
            <a:normAutofit/>
          </a:bodyPr>
          <a:lstStyle/>
          <a:p>
            <a:r>
              <a:rPr lang="pt-PT" sz="1800"/>
              <a:t> RabbitMQ (Message Broker)</a:t>
            </a:r>
          </a:p>
          <a:p>
            <a:r>
              <a:rPr lang="pt-PT" sz="1800"/>
              <a:t>Spring Boot + Apache Camel (Orquestrador)</a:t>
            </a:r>
          </a:p>
          <a:p>
            <a:r>
              <a:rPr lang="pt-PT" sz="1800"/>
              <a:t>Moodle + MySQL (LMS)</a:t>
            </a:r>
          </a:p>
          <a:p>
            <a:r>
              <a:rPr lang="pt-PT" sz="1800"/>
              <a:t>Modolo Academico ()</a:t>
            </a:r>
          </a:p>
          <a:p>
            <a:pPr marL="0" indent="0">
              <a:buNone/>
            </a:pPr>
            <a:endParaRPr lang="pt-PT" sz="1800"/>
          </a:p>
        </p:txBody>
      </p:sp>
      <p:pic>
        <p:nvPicPr>
          <p:cNvPr id="5" name="Imagem 4" descr="Uma imagem com Tipo de letra, Gráficos, logótipo, design&#10;&#10;Os conteúdos gerados por IA podem estar incorretos.">
            <a:extLst>
              <a:ext uri="{FF2B5EF4-FFF2-40B4-BE49-F238E27FC236}">
                <a16:creationId xmlns:a16="http://schemas.microsoft.com/office/drawing/2014/main" id="{82131277-FAF2-F90B-0D74-5F2031FA81E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2145" r="-1" b="4409"/>
          <a:stretch>
            <a:fillRect/>
          </a:stretch>
        </p:blipFill>
        <p:spPr>
          <a:xfrm>
            <a:off x="7149165" y="5556649"/>
            <a:ext cx="1331732" cy="471936"/>
          </a:xfrm>
          <a:prstGeom prst="rect">
            <a:avLst/>
          </a:prstGeom>
        </p:spPr>
      </p:pic>
      <p:pic>
        <p:nvPicPr>
          <p:cNvPr id="11" name="Imagem 10" descr="Uma imagem com logótipo, Tipo de letra, Gráficos, texto&#10;&#10;Os conteúdos gerados por IA podem estar incorretos.">
            <a:extLst>
              <a:ext uri="{FF2B5EF4-FFF2-40B4-BE49-F238E27FC236}">
                <a16:creationId xmlns:a16="http://schemas.microsoft.com/office/drawing/2014/main" id="{C3D7F49D-6B0A-38D5-C28D-7D84CD8B32F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768" r="-1" b="8818"/>
          <a:stretch>
            <a:fillRect/>
          </a:stretch>
        </p:blipFill>
        <p:spPr>
          <a:xfrm>
            <a:off x="4408372" y="5431328"/>
            <a:ext cx="1685369" cy="597257"/>
          </a:xfrm>
          <a:prstGeom prst="rect">
            <a:avLst/>
          </a:prstGeom>
        </p:spPr>
      </p:pic>
      <p:pic>
        <p:nvPicPr>
          <p:cNvPr id="7" name="Imagem 6" descr="Uma imagem com Tipo de letra, logótipo, Gráficos, símbolo&#10;&#10;Os conteúdos gerados por IA podem estar incorretos.">
            <a:extLst>
              <a:ext uri="{FF2B5EF4-FFF2-40B4-BE49-F238E27FC236}">
                <a16:creationId xmlns:a16="http://schemas.microsoft.com/office/drawing/2014/main" id="{234AA344-DE4B-13C3-D93D-670D0E39981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6171" b="-3"/>
          <a:stretch>
            <a:fillRect/>
          </a:stretch>
        </p:blipFill>
        <p:spPr>
          <a:xfrm>
            <a:off x="2088682" y="5435031"/>
            <a:ext cx="1549822" cy="549222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C8320787-6D49-4B03-AD81-917CE818A0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7230744" y="6143574"/>
            <a:ext cx="4135083" cy="725635"/>
          </a:xfrm>
          <a:prstGeom prst="rect">
            <a:avLst/>
          </a:prstGeom>
          <a:solidFill>
            <a:schemeClr val="accent1">
              <a:alpha val="25000"/>
            </a:schemeClr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085D7B9-E066-4923-8CB7-294BF30629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65990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5443840-A796-4C43-8DC1-1B738EFEC5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51930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Imagem 14" descr="Uma imagem com Tipo de letra, Gráficos, logótipo, símbolo&#10;&#10;Os conteúdos gerados por IA podem estar incorretos.">
            <a:extLst>
              <a:ext uri="{FF2B5EF4-FFF2-40B4-BE49-F238E27FC236}">
                <a16:creationId xmlns:a16="http://schemas.microsoft.com/office/drawing/2014/main" id="{58E907A4-5F29-4E19-C573-EB5F87C2A4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812" y="5500038"/>
            <a:ext cx="738446" cy="581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549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0C947C-11AF-B5CC-5532-06C32E3C5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86597"/>
          </a:xfrm>
        </p:spPr>
        <p:txBody>
          <a:bodyPr/>
          <a:lstStyle/>
          <a:p>
            <a:r>
              <a:rPr lang="pt-PT" b="1" dirty="0"/>
              <a:t>Topologia de Mensagens</a:t>
            </a:r>
            <a:endParaRPr lang="pt-PT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8F95548-54A4-F3F1-30DB-7F1C3F0DA4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5089"/>
            <a:ext cx="10515600" cy="4721874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pt-PT" b="1" dirty="0"/>
              <a:t>Exchange Principal:  </a:t>
            </a:r>
            <a:r>
              <a:rPr lang="pt-PT" dirty="0" err="1"/>
              <a:t>moodle_exchange</a:t>
            </a:r>
            <a:r>
              <a:rPr lang="pt-PT" dirty="0"/>
              <a:t>` (tipo </a:t>
            </a:r>
            <a:r>
              <a:rPr lang="pt-PT" dirty="0" err="1"/>
              <a:t>Direct</a:t>
            </a:r>
            <a:r>
              <a:rPr lang="pt-PT" dirty="0"/>
              <a:t>)</a:t>
            </a:r>
            <a:br>
              <a:rPr lang="pt-PT" dirty="0"/>
            </a:br>
            <a:endParaRPr lang="pt-PT" dirty="0"/>
          </a:p>
          <a:p>
            <a:pPr marL="0" indent="0">
              <a:buNone/>
            </a:pPr>
            <a:r>
              <a:rPr lang="pt-PT" b="1" dirty="0"/>
              <a:t>Filas Implementadas:</a:t>
            </a:r>
            <a:br>
              <a:rPr lang="pt-PT" dirty="0"/>
            </a:br>
            <a:endParaRPr lang="pt-PT" dirty="0"/>
          </a:p>
          <a:p>
            <a:r>
              <a:rPr lang="pt-PT" i="1" dirty="0" err="1"/>
              <a:t>moodle.create.course.queue</a:t>
            </a:r>
            <a:endParaRPr lang="pt-PT" i="1" dirty="0"/>
          </a:p>
          <a:p>
            <a:r>
              <a:rPr lang="pt-PT" dirty="0"/>
              <a:t>  Criar novo curso no Moodle</a:t>
            </a:r>
          </a:p>
          <a:p>
            <a:r>
              <a:rPr lang="pt-PT" dirty="0"/>
              <a:t>   </a:t>
            </a:r>
            <a:r>
              <a:rPr lang="pt-PT" dirty="0" err="1"/>
              <a:t>Payload</a:t>
            </a:r>
            <a:r>
              <a:rPr lang="pt-PT" dirty="0"/>
              <a:t>: </a:t>
            </a:r>
            <a:r>
              <a:rPr lang="pt-PT" dirty="0" err="1"/>
              <a:t>CourseRequest</a:t>
            </a:r>
            <a:r>
              <a:rPr lang="pt-PT" dirty="0"/>
              <a:t> (</a:t>
            </a:r>
            <a:r>
              <a:rPr lang="pt-PT" dirty="0" err="1"/>
              <a:t>fullname</a:t>
            </a:r>
            <a:r>
              <a:rPr lang="pt-PT" dirty="0"/>
              <a:t>, </a:t>
            </a:r>
            <a:r>
              <a:rPr lang="pt-PT" dirty="0" err="1"/>
              <a:t>shortname</a:t>
            </a:r>
            <a:r>
              <a:rPr lang="pt-PT" dirty="0"/>
              <a:t>, </a:t>
            </a:r>
            <a:r>
              <a:rPr lang="pt-PT" dirty="0" err="1"/>
              <a:t>categoryid</a:t>
            </a:r>
            <a:r>
              <a:rPr lang="pt-PT" dirty="0"/>
              <a:t>)</a:t>
            </a:r>
            <a:br>
              <a:rPr lang="pt-PT" dirty="0"/>
            </a:br>
            <a:endParaRPr lang="pt-PT" dirty="0"/>
          </a:p>
          <a:p>
            <a:r>
              <a:rPr lang="pt-PT" i="1" dirty="0" err="1"/>
              <a:t>moodle.sync.course.queue</a:t>
            </a:r>
            <a:endParaRPr lang="pt-PT" i="1" dirty="0"/>
          </a:p>
          <a:p>
            <a:r>
              <a:rPr lang="pt-PT" dirty="0"/>
              <a:t>Sincronizar turma (estudantes + professores)</a:t>
            </a:r>
          </a:p>
          <a:p>
            <a:r>
              <a:rPr lang="pt-PT" dirty="0"/>
              <a:t> </a:t>
            </a:r>
            <a:r>
              <a:rPr lang="pt-PT" dirty="0" err="1"/>
              <a:t>Payload</a:t>
            </a:r>
            <a:r>
              <a:rPr lang="pt-PT" dirty="0"/>
              <a:t>: </a:t>
            </a:r>
            <a:r>
              <a:rPr lang="pt-PT" dirty="0" err="1"/>
              <a:t>CourseSyncRequest</a:t>
            </a:r>
            <a:r>
              <a:rPr lang="pt-PT" dirty="0"/>
              <a:t> (</a:t>
            </a:r>
            <a:r>
              <a:rPr lang="pt-PT" dirty="0" err="1"/>
              <a:t>groupId</a:t>
            </a:r>
            <a:r>
              <a:rPr lang="pt-PT" dirty="0"/>
              <a:t>, </a:t>
            </a:r>
            <a:r>
              <a:rPr lang="pt-PT" dirty="0" err="1"/>
              <a:t>courseData</a:t>
            </a:r>
            <a:r>
              <a:rPr lang="pt-PT" dirty="0"/>
              <a:t>, </a:t>
            </a:r>
            <a:r>
              <a:rPr lang="pt-PT" dirty="0" err="1"/>
              <a:t>students</a:t>
            </a:r>
            <a:r>
              <a:rPr lang="pt-PT" dirty="0"/>
              <a:t>, </a:t>
            </a:r>
            <a:r>
              <a:rPr lang="pt-PT" dirty="0" err="1"/>
              <a:t>teachers</a:t>
            </a:r>
            <a:r>
              <a:rPr lang="pt-PT" dirty="0"/>
              <a:t>)</a:t>
            </a:r>
            <a:br>
              <a:rPr lang="pt-PT" dirty="0"/>
            </a:br>
            <a:endParaRPr lang="pt-PT" dirty="0"/>
          </a:p>
          <a:p>
            <a:r>
              <a:rPr lang="pt-PT" i="1" dirty="0" err="1"/>
              <a:t>mei</a:t>
            </a:r>
            <a:r>
              <a:rPr lang="pt-PT" i="1" dirty="0"/>
              <a:t>-ids-</a:t>
            </a:r>
            <a:r>
              <a:rPr lang="pt-PT" i="1" dirty="0" err="1"/>
              <a:t>queue</a:t>
            </a:r>
            <a:r>
              <a:rPr lang="pt-PT" i="1" dirty="0"/>
              <a:t>-</a:t>
            </a:r>
            <a:r>
              <a:rPr lang="pt-PT" i="1" dirty="0" err="1"/>
              <a:t>example</a:t>
            </a:r>
            <a:r>
              <a:rPr lang="pt-PT" dirty="0"/>
              <a:t> (Demo)</a:t>
            </a:r>
          </a:p>
          <a:p>
            <a:r>
              <a:rPr lang="pt-PT" dirty="0"/>
              <a:t>Exemplo funcional completo para testes</a:t>
            </a:r>
            <a:br>
              <a:rPr lang="pt-PT" dirty="0"/>
            </a:br>
            <a:endParaRPr lang="pt-PT" dirty="0"/>
          </a:p>
          <a:p>
            <a:pPr marL="0" indent="0">
              <a:buNone/>
            </a:pPr>
            <a:r>
              <a:rPr lang="pt-PT" b="1" dirty="0" err="1"/>
              <a:t>Routing</a:t>
            </a:r>
            <a:r>
              <a:rPr lang="pt-PT" b="1" dirty="0"/>
              <a:t> </a:t>
            </a:r>
            <a:r>
              <a:rPr lang="pt-PT" b="1" dirty="0" err="1"/>
              <a:t>Key</a:t>
            </a:r>
            <a:r>
              <a:rPr lang="pt-PT" b="1" dirty="0"/>
              <a:t>:</a:t>
            </a:r>
            <a:r>
              <a:rPr lang="pt-PT" dirty="0"/>
              <a:t> correspondente ao nome da fila</a:t>
            </a:r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460171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35DB090-93B5-4581-8D71-BB3839684B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A0DE92DF-4769-4DE9-93FD-EE3127185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19619" y="0"/>
            <a:ext cx="7472381" cy="6858000"/>
          </a:xfrm>
          <a:custGeom>
            <a:avLst/>
            <a:gdLst>
              <a:gd name="connsiteX0" fmla="*/ 1232666 w 7472381"/>
              <a:gd name="connsiteY0" fmla="*/ 0 h 6886575"/>
              <a:gd name="connsiteX1" fmla="*/ 7472381 w 7472381"/>
              <a:gd name="connsiteY1" fmla="*/ 0 h 6886575"/>
              <a:gd name="connsiteX2" fmla="*/ 7472381 w 7472381"/>
              <a:gd name="connsiteY2" fmla="*/ 814388 h 6886575"/>
              <a:gd name="connsiteX3" fmla="*/ 7472381 w 7472381"/>
              <a:gd name="connsiteY3" fmla="*/ 6411516 h 6886575"/>
              <a:gd name="connsiteX4" fmla="*/ 7472381 w 7472381"/>
              <a:gd name="connsiteY4" fmla="*/ 6886575 h 6886575"/>
              <a:gd name="connsiteX5" fmla="*/ 6992676 w 7472381"/>
              <a:gd name="connsiteY5" fmla="*/ 6886575 h 6886575"/>
              <a:gd name="connsiteX6" fmla="*/ 1946893 w 7472381"/>
              <a:gd name="connsiteY6" fmla="*/ 6886575 h 6886575"/>
              <a:gd name="connsiteX7" fmla="*/ 1506276 w 7472381"/>
              <a:gd name="connsiteY7" fmla="*/ 6686550 h 6886575"/>
              <a:gd name="connsiteX8" fmla="*/ 1314394 w 7472381"/>
              <a:gd name="connsiteY8" fmla="*/ 6457949 h 6886575"/>
              <a:gd name="connsiteX9" fmla="*/ 1246880 w 7472381"/>
              <a:gd name="connsiteY9" fmla="*/ 6393656 h 6886575"/>
              <a:gd name="connsiteX10" fmla="*/ 1079872 w 7472381"/>
              <a:gd name="connsiteY10" fmla="*/ 6307931 h 6886575"/>
              <a:gd name="connsiteX11" fmla="*/ 788495 w 7472381"/>
              <a:gd name="connsiteY11" fmla="*/ 6125765 h 6886575"/>
              <a:gd name="connsiteX12" fmla="*/ 895097 w 7472381"/>
              <a:gd name="connsiteY12" fmla="*/ 6082903 h 6886575"/>
              <a:gd name="connsiteX13" fmla="*/ 1204239 w 7472381"/>
              <a:gd name="connsiteY13" fmla="*/ 6193631 h 6886575"/>
              <a:gd name="connsiteX14" fmla="*/ 1428102 w 7472381"/>
              <a:gd name="connsiteY14" fmla="*/ 6222206 h 6886575"/>
              <a:gd name="connsiteX15" fmla="*/ 1111852 w 7472381"/>
              <a:gd name="connsiteY15" fmla="*/ 6029325 h 6886575"/>
              <a:gd name="connsiteX16" fmla="*/ 806262 w 7472381"/>
              <a:gd name="connsiteY16" fmla="*/ 5779294 h 6886575"/>
              <a:gd name="connsiteX17" fmla="*/ 1040785 w 7472381"/>
              <a:gd name="connsiteY17" fmla="*/ 5825728 h 6886575"/>
              <a:gd name="connsiteX18" fmla="*/ 1051445 w 7472381"/>
              <a:gd name="connsiteY18" fmla="*/ 5793581 h 6886575"/>
              <a:gd name="connsiteX19" fmla="*/ 845349 w 7472381"/>
              <a:gd name="connsiteY19" fmla="*/ 5497115 h 6886575"/>
              <a:gd name="connsiteX20" fmla="*/ 745855 w 7472381"/>
              <a:gd name="connsiteY20" fmla="*/ 5375672 h 6886575"/>
              <a:gd name="connsiteX21" fmla="*/ 291024 w 7472381"/>
              <a:gd name="connsiteY21" fmla="*/ 5014913 h 6886575"/>
              <a:gd name="connsiteX22" fmla="*/ 724535 w 7472381"/>
              <a:gd name="connsiteY22" fmla="*/ 5175647 h 6886575"/>
              <a:gd name="connsiteX23" fmla="*/ 276811 w 7472381"/>
              <a:gd name="connsiteY23" fmla="*/ 4825603 h 6886575"/>
              <a:gd name="connsiteX24" fmla="*/ 60055 w 7472381"/>
              <a:gd name="connsiteY24" fmla="*/ 4697016 h 6886575"/>
              <a:gd name="connsiteX25" fmla="*/ 6755 w 7472381"/>
              <a:gd name="connsiteY25" fmla="*/ 4622006 h 6886575"/>
              <a:gd name="connsiteX26" fmla="*/ 102696 w 7472381"/>
              <a:gd name="connsiteY26" fmla="*/ 4604146 h 6886575"/>
              <a:gd name="connsiteX27" fmla="*/ 397625 w 7472381"/>
              <a:gd name="connsiteY27" fmla="*/ 4632722 h 6886575"/>
              <a:gd name="connsiteX28" fmla="*/ 31628 w 7472381"/>
              <a:gd name="connsiteY28" fmla="*/ 4396978 h 6886575"/>
              <a:gd name="connsiteX29" fmla="*/ 305237 w 7472381"/>
              <a:gd name="connsiteY29" fmla="*/ 4432697 h 6886575"/>
              <a:gd name="connsiteX30" fmla="*/ 383412 w 7472381"/>
              <a:gd name="connsiteY30" fmla="*/ 4339828 h 6886575"/>
              <a:gd name="connsiteX31" fmla="*/ 511333 w 7472381"/>
              <a:gd name="connsiteY31" fmla="*/ 4189810 h 6886575"/>
              <a:gd name="connsiteX32" fmla="*/ 600167 w 7472381"/>
              <a:gd name="connsiteY32" fmla="*/ 4107656 h 6886575"/>
              <a:gd name="connsiteX33" fmla="*/ 635701 w 7472381"/>
              <a:gd name="connsiteY33" fmla="*/ 3843337 h 6886575"/>
              <a:gd name="connsiteX34" fmla="*/ 561080 w 7472381"/>
              <a:gd name="connsiteY34" fmla="*/ 3554015 h 6886575"/>
              <a:gd name="connsiteX35" fmla="*/ 354985 w 7472381"/>
              <a:gd name="connsiteY35" fmla="*/ 3407569 h 6886575"/>
              <a:gd name="connsiteX36" fmla="*/ 415392 w 7472381"/>
              <a:gd name="connsiteY36" fmla="*/ 3243263 h 6886575"/>
              <a:gd name="connsiteX37" fmla="*/ 852456 w 7472381"/>
              <a:gd name="connsiteY37" fmla="*/ 3343275 h 6886575"/>
              <a:gd name="connsiteX38" fmla="*/ 202190 w 7472381"/>
              <a:gd name="connsiteY38" fmla="*/ 2953940 h 6886575"/>
              <a:gd name="connsiteX39" fmla="*/ 312344 w 7472381"/>
              <a:gd name="connsiteY39" fmla="*/ 2936081 h 6886575"/>
              <a:gd name="connsiteX40" fmla="*/ 706768 w 7472381"/>
              <a:gd name="connsiteY40" fmla="*/ 2714625 h 6886575"/>
              <a:gd name="connsiteX41" fmla="*/ 728088 w 7472381"/>
              <a:gd name="connsiteY41" fmla="*/ 2703909 h 6886575"/>
              <a:gd name="connsiteX42" fmla="*/ 795602 w 7472381"/>
              <a:gd name="connsiteY42" fmla="*/ 2564606 h 6886575"/>
              <a:gd name="connsiteX43" fmla="*/ 1008804 w 7472381"/>
              <a:gd name="connsiteY43" fmla="*/ 2543175 h 6886575"/>
              <a:gd name="connsiteX44" fmla="*/ 1186473 w 7472381"/>
              <a:gd name="connsiteY44" fmla="*/ 2575322 h 6886575"/>
              <a:gd name="connsiteX45" fmla="*/ 1378355 w 7472381"/>
              <a:gd name="connsiteY45" fmla="*/ 2536031 h 6886575"/>
              <a:gd name="connsiteX46" fmla="*/ 1548916 w 7472381"/>
              <a:gd name="connsiteY46" fmla="*/ 2553891 h 6886575"/>
              <a:gd name="connsiteX47" fmla="*/ 1694604 w 7472381"/>
              <a:gd name="connsiteY47" fmla="*/ 2528888 h 6886575"/>
              <a:gd name="connsiteX48" fmla="*/ 1552469 w 7472381"/>
              <a:gd name="connsiteY48" fmla="*/ 2411015 h 6886575"/>
              <a:gd name="connsiteX49" fmla="*/ 1353481 w 7472381"/>
              <a:gd name="connsiteY49" fmla="*/ 2411015 h 6886575"/>
              <a:gd name="connsiteX50" fmla="*/ 1211346 w 7472381"/>
              <a:gd name="connsiteY50" fmla="*/ 2336007 h 6886575"/>
              <a:gd name="connsiteX51" fmla="*/ 1076318 w 7472381"/>
              <a:gd name="connsiteY51" fmla="*/ 2200275 h 6886575"/>
              <a:gd name="connsiteX52" fmla="*/ 600167 w 7472381"/>
              <a:gd name="connsiteY52" fmla="*/ 1982390 h 6886575"/>
              <a:gd name="connsiteX53" fmla="*/ 514886 w 7472381"/>
              <a:gd name="connsiteY53" fmla="*/ 1900238 h 6886575"/>
              <a:gd name="connsiteX54" fmla="*/ 1872273 w 7472381"/>
              <a:gd name="connsiteY54" fmla="*/ 2218135 h 6886575"/>
              <a:gd name="connsiteX55" fmla="*/ 1452975 w 7472381"/>
              <a:gd name="connsiteY55" fmla="*/ 2085975 h 6886575"/>
              <a:gd name="connsiteX56" fmla="*/ 1737245 w 7472381"/>
              <a:gd name="connsiteY56" fmla="*/ 2110978 h 6886575"/>
              <a:gd name="connsiteX57" fmla="*/ 1893593 w 7472381"/>
              <a:gd name="connsiteY57" fmla="*/ 2021681 h 6886575"/>
              <a:gd name="connsiteX58" fmla="*/ 1893593 w 7472381"/>
              <a:gd name="connsiteY58" fmla="*/ 1993106 h 6886575"/>
              <a:gd name="connsiteX59" fmla="*/ 1776332 w 7472381"/>
              <a:gd name="connsiteY59" fmla="*/ 1910953 h 6886575"/>
              <a:gd name="connsiteX60" fmla="*/ 1708818 w 7472381"/>
              <a:gd name="connsiteY60" fmla="*/ 1857375 h 6886575"/>
              <a:gd name="connsiteX61" fmla="*/ 1524043 w 7472381"/>
              <a:gd name="connsiteY61" fmla="*/ 1664493 h 6886575"/>
              <a:gd name="connsiteX62" fmla="*/ 1655517 w 7472381"/>
              <a:gd name="connsiteY62" fmla="*/ 1643062 h 6886575"/>
              <a:gd name="connsiteX63" fmla="*/ 1705264 w 7472381"/>
              <a:gd name="connsiteY63" fmla="*/ 1603772 h 6886575"/>
              <a:gd name="connsiteX64" fmla="*/ 1669731 w 7472381"/>
              <a:gd name="connsiteY64" fmla="*/ 1546622 h 6886575"/>
              <a:gd name="connsiteX65" fmla="*/ 1261093 w 7472381"/>
              <a:gd name="connsiteY65" fmla="*/ 1371600 h 6886575"/>
              <a:gd name="connsiteX66" fmla="*/ 1229113 w 7472381"/>
              <a:gd name="connsiteY66" fmla="*/ 1235869 h 6886575"/>
              <a:gd name="connsiteX67" fmla="*/ 1307287 w 7472381"/>
              <a:gd name="connsiteY67" fmla="*/ 1214437 h 6886575"/>
              <a:gd name="connsiteX68" fmla="*/ 1396121 w 7472381"/>
              <a:gd name="connsiteY68" fmla="*/ 1225153 h 6886575"/>
              <a:gd name="connsiteX69" fmla="*/ 1325054 w 7472381"/>
              <a:gd name="connsiteY69" fmla="*/ 1117997 h 6886575"/>
              <a:gd name="connsiteX70" fmla="*/ 1037231 w 7472381"/>
              <a:gd name="connsiteY70" fmla="*/ 1010841 h 6886575"/>
              <a:gd name="connsiteX71" fmla="*/ 983931 w 7472381"/>
              <a:gd name="connsiteY71" fmla="*/ 953690 h 6886575"/>
              <a:gd name="connsiteX72" fmla="*/ 1054998 w 7472381"/>
              <a:gd name="connsiteY72" fmla="*/ 925115 h 6886575"/>
              <a:gd name="connsiteX73" fmla="*/ 1108299 w 7472381"/>
              <a:gd name="connsiteY73" fmla="*/ 914400 h 6886575"/>
              <a:gd name="connsiteX74" fmla="*/ 6755 w 7472381"/>
              <a:gd name="connsiteY74" fmla="*/ 467915 h 6886575"/>
              <a:gd name="connsiteX75" fmla="*/ 255490 w 7472381"/>
              <a:gd name="connsiteY75" fmla="*/ 464344 h 6886575"/>
              <a:gd name="connsiteX76" fmla="*/ 500673 w 7472381"/>
              <a:gd name="connsiteY76" fmla="*/ 535781 h 6886575"/>
              <a:gd name="connsiteX77" fmla="*/ 760069 w 7472381"/>
              <a:gd name="connsiteY77" fmla="*/ 525066 h 6886575"/>
              <a:gd name="connsiteX78" fmla="*/ 1005251 w 7472381"/>
              <a:gd name="connsiteY78" fmla="*/ 560785 h 6886575"/>
              <a:gd name="connsiteX79" fmla="*/ 1218453 w 7472381"/>
              <a:gd name="connsiteY79" fmla="*/ 560785 h 6886575"/>
              <a:gd name="connsiteX80" fmla="*/ 1019464 w 7472381"/>
              <a:gd name="connsiteY80" fmla="*/ 507206 h 6886575"/>
              <a:gd name="connsiteX81" fmla="*/ 944844 w 7472381"/>
              <a:gd name="connsiteY81" fmla="*/ 417909 h 6886575"/>
              <a:gd name="connsiteX82" fmla="*/ 969717 w 7472381"/>
              <a:gd name="connsiteY82" fmla="*/ 335757 h 6886575"/>
              <a:gd name="connsiteX83" fmla="*/ 1051445 w 7472381"/>
              <a:gd name="connsiteY83" fmla="*/ 360759 h 6886575"/>
              <a:gd name="connsiteX84" fmla="*/ 1147386 w 7472381"/>
              <a:gd name="connsiteY84" fmla="*/ 453629 h 6886575"/>
              <a:gd name="connsiteX85" fmla="*/ 1168706 w 7472381"/>
              <a:gd name="connsiteY85" fmla="*/ 396478 h 6886575"/>
              <a:gd name="connsiteX86" fmla="*/ 1225560 w 7472381"/>
              <a:gd name="connsiteY86" fmla="*/ 353615 h 6886575"/>
              <a:gd name="connsiteX87" fmla="*/ 1552469 w 7472381"/>
              <a:gd name="connsiteY87" fmla="*/ 375047 h 6886575"/>
              <a:gd name="connsiteX88" fmla="*/ 1335714 w 7472381"/>
              <a:gd name="connsiteY88" fmla="*/ 192881 h 6886575"/>
              <a:gd name="connsiteX89" fmla="*/ 1197133 w 7472381"/>
              <a:gd name="connsiteY89" fmla="*/ 164306 h 6886575"/>
              <a:gd name="connsiteX90" fmla="*/ 1165153 w 7472381"/>
              <a:gd name="connsiteY90" fmla="*/ 89297 h 6886575"/>
              <a:gd name="connsiteX91" fmla="*/ 1229113 w 7472381"/>
              <a:gd name="connsiteY91" fmla="*/ 71437 h 6886575"/>
              <a:gd name="connsiteX92" fmla="*/ 1548916 w 7472381"/>
              <a:gd name="connsiteY92" fmla="*/ 135731 h 6886575"/>
              <a:gd name="connsiteX93" fmla="*/ 1602217 w 7472381"/>
              <a:gd name="connsiteY93" fmla="*/ 110728 h 6886575"/>
              <a:gd name="connsiteX94" fmla="*/ 1232666 w 7472381"/>
              <a:gd name="connsiteY94" fmla="*/ 0 h 688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</a:cxnLst>
            <a:rect l="l" t="t" r="r" b="b"/>
            <a:pathLst>
              <a:path w="7472381" h="6886575">
                <a:moveTo>
                  <a:pt x="1232666" y="0"/>
                </a:moveTo>
                <a:lnTo>
                  <a:pt x="7472381" y="0"/>
                </a:lnTo>
                <a:lnTo>
                  <a:pt x="7472381" y="814388"/>
                </a:lnTo>
                <a:lnTo>
                  <a:pt x="7472381" y="6411516"/>
                </a:lnTo>
                <a:lnTo>
                  <a:pt x="7472381" y="6886575"/>
                </a:lnTo>
                <a:lnTo>
                  <a:pt x="6992676" y="6886575"/>
                </a:lnTo>
                <a:lnTo>
                  <a:pt x="1946893" y="6886575"/>
                </a:lnTo>
                <a:cubicBezTo>
                  <a:pt x="1801205" y="6815137"/>
                  <a:pt x="1662624" y="6729412"/>
                  <a:pt x="1506276" y="6686550"/>
                </a:cubicBezTo>
                <a:cubicBezTo>
                  <a:pt x="1399675" y="6657975"/>
                  <a:pt x="1296627" y="6607969"/>
                  <a:pt x="1314394" y="6457949"/>
                </a:cubicBezTo>
                <a:cubicBezTo>
                  <a:pt x="1317947" y="6415087"/>
                  <a:pt x="1289520" y="6382941"/>
                  <a:pt x="1246880" y="6393656"/>
                </a:cubicBezTo>
                <a:cubicBezTo>
                  <a:pt x="1165153" y="6415087"/>
                  <a:pt x="1126065" y="6354365"/>
                  <a:pt x="1079872" y="6307931"/>
                </a:cubicBezTo>
                <a:cubicBezTo>
                  <a:pt x="998144" y="6225779"/>
                  <a:pt x="919970" y="6140052"/>
                  <a:pt x="788495" y="6125765"/>
                </a:cubicBezTo>
                <a:cubicBezTo>
                  <a:pt x="813369" y="6061471"/>
                  <a:pt x="856009" y="6068615"/>
                  <a:pt x="895097" y="6082903"/>
                </a:cubicBezTo>
                <a:cubicBezTo>
                  <a:pt x="998144" y="6118622"/>
                  <a:pt x="1101192" y="6157912"/>
                  <a:pt x="1204239" y="6193631"/>
                </a:cubicBezTo>
                <a:cubicBezTo>
                  <a:pt x="1271754" y="6215062"/>
                  <a:pt x="1339267" y="6247209"/>
                  <a:pt x="1428102" y="6222206"/>
                </a:cubicBezTo>
                <a:cubicBezTo>
                  <a:pt x="1349928" y="6093619"/>
                  <a:pt x="1218453" y="6068615"/>
                  <a:pt x="1111852" y="6029325"/>
                </a:cubicBezTo>
                <a:cubicBezTo>
                  <a:pt x="980377" y="5979319"/>
                  <a:pt x="902203" y="5886450"/>
                  <a:pt x="806262" y="5779294"/>
                </a:cubicBezTo>
                <a:cubicBezTo>
                  <a:pt x="902203" y="5750719"/>
                  <a:pt x="962610" y="5829300"/>
                  <a:pt x="1040785" y="5825728"/>
                </a:cubicBezTo>
                <a:cubicBezTo>
                  <a:pt x="1044338" y="5815012"/>
                  <a:pt x="1051445" y="5793581"/>
                  <a:pt x="1051445" y="5793581"/>
                </a:cubicBezTo>
                <a:cubicBezTo>
                  <a:pt x="923523" y="5736431"/>
                  <a:pt x="866670" y="5629275"/>
                  <a:pt x="845349" y="5497115"/>
                </a:cubicBezTo>
                <a:cubicBezTo>
                  <a:pt x="838243" y="5429250"/>
                  <a:pt x="792049" y="5407819"/>
                  <a:pt x="745855" y="5375672"/>
                </a:cubicBezTo>
                <a:cubicBezTo>
                  <a:pt x="589507" y="5264943"/>
                  <a:pt x="422499" y="5164931"/>
                  <a:pt x="291024" y="5014913"/>
                </a:cubicBezTo>
                <a:cubicBezTo>
                  <a:pt x="443819" y="5032771"/>
                  <a:pt x="564633" y="5132784"/>
                  <a:pt x="724535" y="5175647"/>
                </a:cubicBezTo>
                <a:cubicBezTo>
                  <a:pt x="596614" y="5011340"/>
                  <a:pt x="429605" y="4925615"/>
                  <a:pt x="276811" y="4825603"/>
                </a:cubicBezTo>
                <a:cubicBezTo>
                  <a:pt x="205743" y="4779169"/>
                  <a:pt x="141783" y="4722018"/>
                  <a:pt x="60055" y="4697016"/>
                </a:cubicBezTo>
                <a:cubicBezTo>
                  <a:pt x="31628" y="4689872"/>
                  <a:pt x="-18119" y="4672013"/>
                  <a:pt x="6755" y="4622006"/>
                </a:cubicBezTo>
                <a:cubicBezTo>
                  <a:pt x="28075" y="4579144"/>
                  <a:pt x="67162" y="4593432"/>
                  <a:pt x="102696" y="4604146"/>
                </a:cubicBezTo>
                <a:cubicBezTo>
                  <a:pt x="187976" y="4632722"/>
                  <a:pt x="280364" y="4632722"/>
                  <a:pt x="397625" y="4632722"/>
                </a:cubicBezTo>
                <a:cubicBezTo>
                  <a:pt x="298131" y="4496990"/>
                  <a:pt x="116909" y="4539853"/>
                  <a:pt x="31628" y="4396978"/>
                </a:cubicBezTo>
                <a:cubicBezTo>
                  <a:pt x="138229" y="4371976"/>
                  <a:pt x="219957" y="4421982"/>
                  <a:pt x="305237" y="4432697"/>
                </a:cubicBezTo>
                <a:cubicBezTo>
                  <a:pt x="383412" y="4443413"/>
                  <a:pt x="401178" y="4418409"/>
                  <a:pt x="383412" y="4339828"/>
                </a:cubicBezTo>
                <a:cubicBezTo>
                  <a:pt x="354985" y="4218385"/>
                  <a:pt x="397625" y="4157662"/>
                  <a:pt x="511333" y="4189810"/>
                </a:cubicBezTo>
                <a:cubicBezTo>
                  <a:pt x="617934" y="4221956"/>
                  <a:pt x="628594" y="4175522"/>
                  <a:pt x="600167" y="4107656"/>
                </a:cubicBezTo>
                <a:cubicBezTo>
                  <a:pt x="557527" y="4007644"/>
                  <a:pt x="603720" y="3929063"/>
                  <a:pt x="635701" y="3843337"/>
                </a:cubicBezTo>
                <a:cubicBezTo>
                  <a:pt x="685448" y="3714750"/>
                  <a:pt x="664128" y="3650456"/>
                  <a:pt x="561080" y="3554015"/>
                </a:cubicBezTo>
                <a:cubicBezTo>
                  <a:pt x="500673" y="3500438"/>
                  <a:pt x="440265" y="3454003"/>
                  <a:pt x="354985" y="3407569"/>
                </a:cubicBezTo>
                <a:cubicBezTo>
                  <a:pt x="550420" y="3382565"/>
                  <a:pt x="347878" y="3296841"/>
                  <a:pt x="415392" y="3243263"/>
                </a:cubicBezTo>
                <a:cubicBezTo>
                  <a:pt x="553973" y="3221831"/>
                  <a:pt x="664128" y="3393282"/>
                  <a:pt x="852456" y="3343275"/>
                </a:cubicBezTo>
                <a:cubicBezTo>
                  <a:pt x="625041" y="3196828"/>
                  <a:pt x="369198" y="3150393"/>
                  <a:pt x="202190" y="2953940"/>
                </a:cubicBezTo>
                <a:cubicBezTo>
                  <a:pt x="241277" y="2911078"/>
                  <a:pt x="280364" y="2953940"/>
                  <a:pt x="312344" y="2936081"/>
                </a:cubicBezTo>
                <a:cubicBezTo>
                  <a:pt x="312344" y="2925365"/>
                  <a:pt x="685448" y="2993232"/>
                  <a:pt x="706768" y="2714625"/>
                </a:cubicBezTo>
                <a:cubicBezTo>
                  <a:pt x="713875" y="2714625"/>
                  <a:pt x="720982" y="2714625"/>
                  <a:pt x="728088" y="2703909"/>
                </a:cubicBezTo>
                <a:cubicBezTo>
                  <a:pt x="767175" y="2664619"/>
                  <a:pt x="731642" y="2571750"/>
                  <a:pt x="795602" y="2564606"/>
                </a:cubicBezTo>
                <a:cubicBezTo>
                  <a:pt x="866670" y="2557462"/>
                  <a:pt x="934184" y="2525315"/>
                  <a:pt x="1008804" y="2543175"/>
                </a:cubicBezTo>
                <a:cubicBezTo>
                  <a:pt x="1065658" y="2557462"/>
                  <a:pt x="1126065" y="2575322"/>
                  <a:pt x="1186473" y="2575322"/>
                </a:cubicBezTo>
                <a:cubicBezTo>
                  <a:pt x="1250433" y="2575322"/>
                  <a:pt x="1339267" y="2696766"/>
                  <a:pt x="1378355" y="2536031"/>
                </a:cubicBezTo>
                <a:cubicBezTo>
                  <a:pt x="1378355" y="2528888"/>
                  <a:pt x="1488509" y="2546747"/>
                  <a:pt x="1548916" y="2553891"/>
                </a:cubicBezTo>
                <a:cubicBezTo>
                  <a:pt x="1598663" y="2561035"/>
                  <a:pt x="1659071" y="2593181"/>
                  <a:pt x="1694604" y="2528888"/>
                </a:cubicBezTo>
                <a:cubicBezTo>
                  <a:pt x="1712371" y="2489596"/>
                  <a:pt x="1627090" y="2418159"/>
                  <a:pt x="1552469" y="2411015"/>
                </a:cubicBezTo>
                <a:cubicBezTo>
                  <a:pt x="1484956" y="2403872"/>
                  <a:pt x="1417442" y="2396728"/>
                  <a:pt x="1353481" y="2411015"/>
                </a:cubicBezTo>
                <a:cubicBezTo>
                  <a:pt x="1275307" y="2428875"/>
                  <a:pt x="1232666" y="2400300"/>
                  <a:pt x="1211346" y="2336007"/>
                </a:cubicBezTo>
                <a:cubicBezTo>
                  <a:pt x="1186473" y="2268141"/>
                  <a:pt x="1140279" y="2232422"/>
                  <a:pt x="1076318" y="2200275"/>
                </a:cubicBezTo>
                <a:cubicBezTo>
                  <a:pt x="919970" y="2121694"/>
                  <a:pt x="770729" y="2028825"/>
                  <a:pt x="600167" y="1982390"/>
                </a:cubicBezTo>
                <a:cubicBezTo>
                  <a:pt x="568187" y="1975246"/>
                  <a:pt x="529100" y="1960959"/>
                  <a:pt x="514886" y="1900238"/>
                </a:cubicBezTo>
                <a:cubicBezTo>
                  <a:pt x="976824" y="1993106"/>
                  <a:pt x="1396121" y="2232422"/>
                  <a:pt x="1872273" y="2218135"/>
                </a:cubicBezTo>
                <a:cubicBezTo>
                  <a:pt x="1744351" y="2143125"/>
                  <a:pt x="1591557" y="2139554"/>
                  <a:pt x="1452975" y="2085975"/>
                </a:cubicBezTo>
                <a:cubicBezTo>
                  <a:pt x="1552469" y="2046685"/>
                  <a:pt x="1644857" y="2089547"/>
                  <a:pt x="1737245" y="2110978"/>
                </a:cubicBezTo>
                <a:cubicBezTo>
                  <a:pt x="1815419" y="2128837"/>
                  <a:pt x="1886486" y="2132410"/>
                  <a:pt x="1893593" y="2021681"/>
                </a:cubicBezTo>
                <a:cubicBezTo>
                  <a:pt x="1893593" y="2010965"/>
                  <a:pt x="1893593" y="2003821"/>
                  <a:pt x="1893593" y="1993106"/>
                </a:cubicBezTo>
                <a:cubicBezTo>
                  <a:pt x="1865166" y="1946672"/>
                  <a:pt x="1826079" y="1925240"/>
                  <a:pt x="1776332" y="1910953"/>
                </a:cubicBezTo>
                <a:cubicBezTo>
                  <a:pt x="1747905" y="1903809"/>
                  <a:pt x="1708818" y="1889522"/>
                  <a:pt x="1708818" y="1857375"/>
                </a:cubicBezTo>
                <a:cubicBezTo>
                  <a:pt x="1712371" y="1735931"/>
                  <a:pt x="1616430" y="1700212"/>
                  <a:pt x="1524043" y="1664493"/>
                </a:cubicBezTo>
                <a:cubicBezTo>
                  <a:pt x="1573790" y="1603772"/>
                  <a:pt x="1616430" y="1646635"/>
                  <a:pt x="1655517" y="1643062"/>
                </a:cubicBezTo>
                <a:cubicBezTo>
                  <a:pt x="1680391" y="1639491"/>
                  <a:pt x="1705264" y="1635919"/>
                  <a:pt x="1705264" y="1603772"/>
                </a:cubicBezTo>
                <a:cubicBezTo>
                  <a:pt x="1705264" y="1578769"/>
                  <a:pt x="1694604" y="1546622"/>
                  <a:pt x="1669731" y="1546622"/>
                </a:cubicBezTo>
                <a:cubicBezTo>
                  <a:pt x="1513383" y="1543050"/>
                  <a:pt x="1424548" y="1371600"/>
                  <a:pt x="1261093" y="1371600"/>
                </a:cubicBezTo>
                <a:cubicBezTo>
                  <a:pt x="1161599" y="1371600"/>
                  <a:pt x="1310841" y="1275159"/>
                  <a:pt x="1229113" y="1235869"/>
                </a:cubicBezTo>
                <a:cubicBezTo>
                  <a:pt x="1211346" y="1225153"/>
                  <a:pt x="1278860" y="1210866"/>
                  <a:pt x="1307287" y="1214437"/>
                </a:cubicBezTo>
                <a:cubicBezTo>
                  <a:pt x="1335714" y="1218009"/>
                  <a:pt x="1360588" y="1243013"/>
                  <a:pt x="1396121" y="1225153"/>
                </a:cubicBezTo>
                <a:cubicBezTo>
                  <a:pt x="1413888" y="1160860"/>
                  <a:pt x="1367694" y="1135856"/>
                  <a:pt x="1325054" y="1117997"/>
                </a:cubicBezTo>
                <a:cubicBezTo>
                  <a:pt x="1232666" y="1075135"/>
                  <a:pt x="1140279" y="1025129"/>
                  <a:pt x="1037231" y="1010841"/>
                </a:cubicBezTo>
                <a:cubicBezTo>
                  <a:pt x="1001698" y="1007269"/>
                  <a:pt x="980377" y="989409"/>
                  <a:pt x="983931" y="953690"/>
                </a:cubicBezTo>
                <a:cubicBezTo>
                  <a:pt x="991037" y="907256"/>
                  <a:pt x="1026571" y="921544"/>
                  <a:pt x="1054998" y="925115"/>
                </a:cubicBezTo>
                <a:cubicBezTo>
                  <a:pt x="1072765" y="928688"/>
                  <a:pt x="1090532" y="939403"/>
                  <a:pt x="1108299" y="914400"/>
                </a:cubicBezTo>
                <a:cubicBezTo>
                  <a:pt x="692555" y="660797"/>
                  <a:pt x="472246" y="675085"/>
                  <a:pt x="6755" y="467915"/>
                </a:cubicBezTo>
                <a:cubicBezTo>
                  <a:pt x="109802" y="428625"/>
                  <a:pt x="184423" y="457200"/>
                  <a:pt x="255490" y="464344"/>
                </a:cubicBezTo>
                <a:cubicBezTo>
                  <a:pt x="433159" y="482203"/>
                  <a:pt x="323004" y="514350"/>
                  <a:pt x="500673" y="535781"/>
                </a:cubicBezTo>
                <a:cubicBezTo>
                  <a:pt x="585954" y="546497"/>
                  <a:pt x="664128" y="582216"/>
                  <a:pt x="760069" y="525066"/>
                </a:cubicBezTo>
                <a:cubicBezTo>
                  <a:pt x="824029" y="485775"/>
                  <a:pt x="927077" y="528637"/>
                  <a:pt x="1005251" y="560785"/>
                </a:cubicBezTo>
                <a:cubicBezTo>
                  <a:pt x="1069212" y="589360"/>
                  <a:pt x="1133172" y="596503"/>
                  <a:pt x="1218453" y="560785"/>
                </a:cubicBezTo>
                <a:cubicBezTo>
                  <a:pt x="1140279" y="539354"/>
                  <a:pt x="1079872" y="521494"/>
                  <a:pt x="1019464" y="507206"/>
                </a:cubicBezTo>
                <a:cubicBezTo>
                  <a:pt x="969717" y="496491"/>
                  <a:pt x="941290" y="471488"/>
                  <a:pt x="944844" y="417909"/>
                </a:cubicBezTo>
                <a:cubicBezTo>
                  <a:pt x="944844" y="389334"/>
                  <a:pt x="934184" y="350044"/>
                  <a:pt x="969717" y="335757"/>
                </a:cubicBezTo>
                <a:cubicBezTo>
                  <a:pt x="998144" y="321469"/>
                  <a:pt x="1037231" y="335757"/>
                  <a:pt x="1051445" y="360759"/>
                </a:cubicBezTo>
                <a:cubicBezTo>
                  <a:pt x="1069212" y="407194"/>
                  <a:pt x="1086978" y="450056"/>
                  <a:pt x="1147386" y="453629"/>
                </a:cubicBezTo>
                <a:cubicBezTo>
                  <a:pt x="1229113" y="460771"/>
                  <a:pt x="1182919" y="432197"/>
                  <a:pt x="1168706" y="396478"/>
                </a:cubicBezTo>
                <a:cubicBezTo>
                  <a:pt x="1154492" y="357188"/>
                  <a:pt x="1197133" y="346472"/>
                  <a:pt x="1225560" y="353615"/>
                </a:cubicBezTo>
                <a:cubicBezTo>
                  <a:pt x="1332161" y="385763"/>
                  <a:pt x="1442315" y="328613"/>
                  <a:pt x="1552469" y="375047"/>
                </a:cubicBezTo>
                <a:cubicBezTo>
                  <a:pt x="1524043" y="260747"/>
                  <a:pt x="1463635" y="210741"/>
                  <a:pt x="1335714" y="192881"/>
                </a:cubicBezTo>
                <a:cubicBezTo>
                  <a:pt x="1289520" y="189310"/>
                  <a:pt x="1239773" y="196453"/>
                  <a:pt x="1197133" y="164306"/>
                </a:cubicBezTo>
                <a:cubicBezTo>
                  <a:pt x="1172259" y="146447"/>
                  <a:pt x="1147386" y="125016"/>
                  <a:pt x="1165153" y="89297"/>
                </a:cubicBezTo>
                <a:cubicBezTo>
                  <a:pt x="1175813" y="64294"/>
                  <a:pt x="1204239" y="64294"/>
                  <a:pt x="1229113" y="71437"/>
                </a:cubicBezTo>
                <a:cubicBezTo>
                  <a:pt x="1332161" y="110728"/>
                  <a:pt x="1442315" y="121444"/>
                  <a:pt x="1548916" y="135731"/>
                </a:cubicBezTo>
                <a:cubicBezTo>
                  <a:pt x="1566683" y="139303"/>
                  <a:pt x="1584450" y="146447"/>
                  <a:pt x="1602217" y="110728"/>
                </a:cubicBezTo>
                <a:cubicBezTo>
                  <a:pt x="1477849" y="78581"/>
                  <a:pt x="1357034" y="35719"/>
                  <a:pt x="1232666" y="0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D8585EE-9E5E-87A4-ADA3-10F9DF144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643467"/>
            <a:ext cx="3888526" cy="1800526"/>
          </a:xfrm>
        </p:spPr>
        <p:txBody>
          <a:bodyPr>
            <a:normAutofit/>
          </a:bodyPr>
          <a:lstStyle/>
          <a:p>
            <a:r>
              <a:rPr lang="pt-PT" b="1" dirty="0"/>
              <a:t> Rotas </a:t>
            </a:r>
            <a:r>
              <a:rPr lang="pt-PT" b="1" dirty="0" err="1"/>
              <a:t>Camel</a:t>
            </a:r>
            <a:r>
              <a:rPr lang="pt-PT" b="1" dirty="0"/>
              <a:t> (Orquestração)</a:t>
            </a:r>
            <a:endParaRPr lang="pt-PT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F5C9D834-E21A-C5D9-D28D-C348F458AC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3087460"/>
            <a:ext cx="3888528" cy="30895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PT" sz="2000" b="1" dirty="0"/>
              <a:t>Rota 1: Criação de Curso</a:t>
            </a:r>
          </a:p>
          <a:p>
            <a:pPr marL="0" indent="0">
              <a:buNone/>
            </a:pPr>
            <a:endParaRPr lang="pt-PT" sz="2000" b="1" dirty="0"/>
          </a:p>
          <a:p>
            <a:pPr marL="0" indent="0">
              <a:buNone/>
            </a:pPr>
            <a:endParaRPr lang="pt-PT" sz="2000" b="1" dirty="0"/>
          </a:p>
          <a:p>
            <a:pPr marL="0" indent="0">
              <a:buNone/>
            </a:pPr>
            <a:r>
              <a:rPr lang="pt-PT" sz="2000" b="1" dirty="0"/>
              <a:t>Rota 2: Sincronização de Turma</a:t>
            </a:r>
            <a:endParaRPr lang="pt-PT" sz="2000" dirty="0"/>
          </a:p>
          <a:p>
            <a:pPr marL="0" indent="0">
              <a:buNone/>
            </a:pPr>
            <a:endParaRPr lang="pt-PT" sz="2000" dirty="0"/>
          </a:p>
          <a:p>
            <a:pPr marL="0" indent="0">
              <a:buNone/>
            </a:pPr>
            <a:endParaRPr lang="pt-PT" sz="2000" dirty="0"/>
          </a:p>
        </p:txBody>
      </p:sp>
      <p:pic>
        <p:nvPicPr>
          <p:cNvPr id="5" name="Imagem 4" descr="Uma imagem com texto, Tipo de letra, captura de ecrã&#10;&#10;Os conteúdos gerados por IA podem estar incorretos.">
            <a:extLst>
              <a:ext uri="{FF2B5EF4-FFF2-40B4-BE49-F238E27FC236}">
                <a16:creationId xmlns:a16="http://schemas.microsoft.com/office/drawing/2014/main" id="{44F79277-C93B-FCEA-0B68-D7FDC1E7C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8732" y="119463"/>
            <a:ext cx="5709802" cy="3534640"/>
          </a:xfrm>
          <a:prstGeom prst="rect">
            <a:avLst/>
          </a:prstGeom>
        </p:spPr>
      </p:pic>
      <p:pic>
        <p:nvPicPr>
          <p:cNvPr id="7" name="Imagem 6" descr="Uma imagem com texto, captura de ecrã, Tipo de letra&#10;&#10;Os conteúdos gerados por IA podem estar incorretos.">
            <a:extLst>
              <a:ext uri="{FF2B5EF4-FFF2-40B4-BE49-F238E27FC236}">
                <a16:creationId xmlns:a16="http://schemas.microsoft.com/office/drawing/2014/main" id="{062EA5C7-C1FD-C4CC-19F1-15C2A7E53C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8732" y="3775100"/>
            <a:ext cx="5709802" cy="28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311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F92F735-484A-3709-A07F-CCED4FCE4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25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MoodleService</a:t>
            </a:r>
            <a:br>
              <a:rPr lang="en-US" sz="2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5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Métodos</a:t>
            </a:r>
            <a:r>
              <a:rPr lang="en-US" sz="25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5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Principais</a:t>
            </a:r>
            <a:endParaRPr lang="en-US" sz="25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Marcador de Posição de Conteúdo 4" descr="Uma imagem com texto, captura de ecrã, Tipo de letra&#10;&#10;Os conteúdos gerados por IA podem estar incorretos.">
            <a:extLst>
              <a:ext uri="{FF2B5EF4-FFF2-40B4-BE49-F238E27FC236}">
                <a16:creationId xmlns:a16="http://schemas.microsoft.com/office/drawing/2014/main" id="{F7A9F620-AA86-2B7F-05A6-DCAF188988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3900" y="2877814"/>
            <a:ext cx="10744200" cy="2900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0252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914257E-1E2A-4AC7-89EC-1FB65C9C0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3E1C8F1-97F5-489C-8308-958F096572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1269336" cy="2008639"/>
          </a:xfrm>
          <a:custGeom>
            <a:avLst/>
            <a:gdLst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174645 w 11269336"/>
              <a:gd name="connsiteY140" fmla="*/ 2088358 h 2323145"/>
              <a:gd name="connsiteX141" fmla="*/ 5092476 w 11269336"/>
              <a:gd name="connsiteY141" fmla="*/ 2100737 h 2323145"/>
              <a:gd name="connsiteX142" fmla="*/ 5060738 w 11269336"/>
              <a:gd name="connsiteY142" fmla="*/ 2083274 h 2323145"/>
              <a:gd name="connsiteX143" fmla="*/ 4860988 w 11269336"/>
              <a:gd name="connsiteY143" fmla="*/ 2135698 h 2323145"/>
              <a:gd name="connsiteX144" fmla="*/ 4807902 w 11269336"/>
              <a:gd name="connsiteY144" fmla="*/ 2138894 h 2323145"/>
              <a:gd name="connsiteX145" fmla="*/ 4765388 w 11269336"/>
              <a:gd name="connsiteY145" fmla="*/ 2162525 h 2323145"/>
              <a:gd name="connsiteX146" fmla="*/ 4745033 w 11269336"/>
              <a:gd name="connsiteY146" fmla="*/ 2158859 h 2323145"/>
              <a:gd name="connsiteX147" fmla="*/ 4741475 w 11269336"/>
              <a:gd name="connsiteY147" fmla="*/ 2157998 h 2323145"/>
              <a:gd name="connsiteX148" fmla="*/ 4728247 w 11269336"/>
              <a:gd name="connsiteY148" fmla="*/ 2159526 h 2323145"/>
              <a:gd name="connsiteX149" fmla="*/ 4723263 w 11269336"/>
              <a:gd name="connsiteY149" fmla="*/ 2153742 h 2323145"/>
              <a:gd name="connsiteX150" fmla="*/ 4702453 w 11269336"/>
              <a:gd name="connsiteY150" fmla="*/ 2151586 h 2323145"/>
              <a:gd name="connsiteX151" fmla="*/ 4678455 w 11269336"/>
              <a:gd name="connsiteY151" fmla="*/ 2156131 h 2323145"/>
              <a:gd name="connsiteX152" fmla="*/ 4593061 w 11269336"/>
              <a:gd name="connsiteY152" fmla="*/ 2171597 h 2323145"/>
              <a:gd name="connsiteX153" fmla="*/ 4579902 w 11269336"/>
              <a:gd name="connsiteY153" fmla="*/ 2177927 h 2323145"/>
              <a:gd name="connsiteX154" fmla="*/ 4533444 w 11269336"/>
              <a:gd name="connsiteY154" fmla="*/ 2181200 h 2323145"/>
              <a:gd name="connsiteX155" fmla="*/ 4492832 w 11269336"/>
              <a:gd name="connsiteY155" fmla="*/ 2188033 h 2323145"/>
              <a:gd name="connsiteX156" fmla="*/ 4467257 w 11269336"/>
              <a:gd name="connsiteY156" fmla="*/ 2196121 h 2323145"/>
              <a:gd name="connsiteX157" fmla="*/ 4459937 w 11269336"/>
              <a:gd name="connsiteY157" fmla="*/ 2195182 h 2323145"/>
              <a:gd name="connsiteX158" fmla="*/ 4433312 w 11269336"/>
              <a:gd name="connsiteY158" fmla="*/ 2199004 h 2323145"/>
              <a:gd name="connsiteX159" fmla="*/ 4420601 w 11269336"/>
              <a:gd name="connsiteY159" fmla="*/ 2205158 h 2323145"/>
              <a:gd name="connsiteX160" fmla="*/ 4405765 w 11269336"/>
              <a:gd name="connsiteY160" fmla="*/ 2199902 h 2323145"/>
              <a:gd name="connsiteX161" fmla="*/ 4401354 w 11269336"/>
              <a:gd name="connsiteY161" fmla="*/ 2194745 h 2323145"/>
              <a:gd name="connsiteX162" fmla="*/ 4383151 w 11269336"/>
              <a:gd name="connsiteY162" fmla="*/ 2201140 h 2323145"/>
              <a:gd name="connsiteX163" fmla="*/ 4366646 w 11269336"/>
              <a:gd name="connsiteY163" fmla="*/ 2198564 h 2323145"/>
              <a:gd name="connsiteX164" fmla="*/ 4354009 w 11269336"/>
              <a:gd name="connsiteY164" fmla="*/ 2204984 h 2323145"/>
              <a:gd name="connsiteX165" fmla="*/ 4348284 w 11269336"/>
              <a:gd name="connsiteY165" fmla="*/ 2205270 h 2323145"/>
              <a:gd name="connsiteX166" fmla="*/ 4333906 w 11269336"/>
              <a:gd name="connsiteY166" fmla="*/ 2205251 h 2323145"/>
              <a:gd name="connsiteX167" fmla="*/ 4308819 w 11269336"/>
              <a:gd name="connsiteY167" fmla="*/ 2203822 h 2323145"/>
              <a:gd name="connsiteX168" fmla="*/ 4301210 w 11269336"/>
              <a:gd name="connsiteY168" fmla="*/ 2204456 h 2323145"/>
              <a:gd name="connsiteX169" fmla="*/ 4283095 w 11269336"/>
              <a:gd name="connsiteY169" fmla="*/ 2198177 h 2323145"/>
              <a:gd name="connsiteX170" fmla="*/ 4250119 w 11269336"/>
              <a:gd name="connsiteY170" fmla="*/ 2196342 h 2323145"/>
              <a:gd name="connsiteX171" fmla="*/ 4189203 w 11269336"/>
              <a:gd name="connsiteY171" fmla="*/ 2178994 h 2323145"/>
              <a:gd name="connsiteX172" fmla="*/ 4154035 w 11269336"/>
              <a:gd name="connsiteY172" fmla="*/ 2171950 h 2323145"/>
              <a:gd name="connsiteX173" fmla="*/ 4129569 w 11269336"/>
              <a:gd name="connsiteY173" fmla="*/ 2163850 h 2323145"/>
              <a:gd name="connsiteX174" fmla="*/ 4061250 w 11269336"/>
              <a:gd name="connsiteY174" fmla="*/ 2159236 h 2323145"/>
              <a:gd name="connsiteX175" fmla="*/ 3945480 w 11269336"/>
              <a:gd name="connsiteY175" fmla="*/ 2158279 h 2323145"/>
              <a:gd name="connsiteX176" fmla="*/ 3921468 w 11269336"/>
              <a:gd name="connsiteY176" fmla="*/ 2156588 h 2323145"/>
              <a:gd name="connsiteX177" fmla="*/ 3903348 w 11269336"/>
              <a:gd name="connsiteY177" fmla="*/ 2149220 h 2323145"/>
              <a:gd name="connsiteX178" fmla="*/ 3901342 w 11269336"/>
              <a:gd name="connsiteY178" fmla="*/ 2142355 h 2323145"/>
              <a:gd name="connsiteX179" fmla="*/ 3888539 w 11269336"/>
              <a:gd name="connsiteY179" fmla="*/ 2140476 h 2323145"/>
              <a:gd name="connsiteX180" fmla="*/ 3885662 w 11269336"/>
              <a:gd name="connsiteY180" fmla="*/ 2138740 h 2323145"/>
              <a:gd name="connsiteX181" fmla="*/ 3868627 w 11269336"/>
              <a:gd name="connsiteY181" fmla="*/ 2130023 h 2323145"/>
              <a:gd name="connsiteX182" fmla="*/ 3819177 w 11269336"/>
              <a:gd name="connsiteY182" fmla="*/ 2142111 h 2323145"/>
              <a:gd name="connsiteX183" fmla="*/ 3769100 w 11269336"/>
              <a:gd name="connsiteY183" fmla="*/ 2131731 h 2323145"/>
              <a:gd name="connsiteX184" fmla="*/ 3562752 w 11269336"/>
              <a:gd name="connsiteY184" fmla="*/ 2131785 h 2323145"/>
              <a:gd name="connsiteX185" fmla="*/ 3541402 w 11269336"/>
              <a:gd name="connsiteY185" fmla="*/ 2106821 h 2323145"/>
              <a:gd name="connsiteX186" fmla="*/ 3460591 w 11269336"/>
              <a:gd name="connsiteY186" fmla="*/ 2097951 h 2323145"/>
              <a:gd name="connsiteX187" fmla="*/ 3320348 w 11269336"/>
              <a:gd name="connsiteY187" fmla="*/ 2130191 h 2323145"/>
              <a:gd name="connsiteX188" fmla="*/ 3170922 w 11269336"/>
              <a:gd name="connsiteY188" fmla="*/ 2115957 h 2323145"/>
              <a:gd name="connsiteX189" fmla="*/ 3156256 w 11269336"/>
              <a:gd name="connsiteY189" fmla="*/ 2124773 h 2323145"/>
              <a:gd name="connsiteX190" fmla="*/ 3140298 w 11269336"/>
              <a:gd name="connsiteY190" fmla="*/ 2129182 h 2323145"/>
              <a:gd name="connsiteX191" fmla="*/ 3138514 w 11269336"/>
              <a:gd name="connsiteY191" fmla="*/ 2128069 h 2323145"/>
              <a:gd name="connsiteX192" fmla="*/ 3120467 w 11269336"/>
              <a:gd name="connsiteY192" fmla="*/ 2128281 h 2323145"/>
              <a:gd name="connsiteX193" fmla="*/ 3116175 w 11269336"/>
              <a:gd name="connsiteY193" fmla="*/ 2131633 h 2323145"/>
              <a:gd name="connsiteX194" fmla="*/ 3103685 w 11269336"/>
              <a:gd name="connsiteY194" fmla="*/ 2132814 h 2323145"/>
              <a:gd name="connsiteX195" fmla="*/ 3078794 w 11269336"/>
              <a:gd name="connsiteY195" fmla="*/ 2137935 h 2323145"/>
              <a:gd name="connsiteX196" fmla="*/ 3074407 w 11269336"/>
              <a:gd name="connsiteY196" fmla="*/ 2136274 h 2323145"/>
              <a:gd name="connsiteX197" fmla="*/ 3037285 w 11269336"/>
              <a:gd name="connsiteY197" fmla="*/ 2139919 h 2323145"/>
              <a:gd name="connsiteX198" fmla="*/ 3036901 w 11269336"/>
              <a:gd name="connsiteY198" fmla="*/ 2138726 h 2323145"/>
              <a:gd name="connsiteX199" fmla="*/ 3026996 w 11269336"/>
              <a:gd name="connsiteY199" fmla="*/ 2134322 h 2323145"/>
              <a:gd name="connsiteX200" fmla="*/ 3007772 w 11269336"/>
              <a:gd name="connsiteY200" fmla="*/ 2128742 h 2323145"/>
              <a:gd name="connsiteX201" fmla="*/ 2965030 w 11269336"/>
              <a:gd name="connsiteY201" fmla="*/ 2100494 h 2323145"/>
              <a:gd name="connsiteX202" fmla="*/ 2926342 w 11269336"/>
              <a:gd name="connsiteY202" fmla="*/ 2104155 h 2323145"/>
              <a:gd name="connsiteX203" fmla="*/ 2918608 w 11269336"/>
              <a:gd name="connsiteY203" fmla="*/ 2104215 h 2323145"/>
              <a:gd name="connsiteX204" fmla="*/ 2918475 w 11269336"/>
              <a:gd name="connsiteY204" fmla="*/ 2103937 h 2323145"/>
              <a:gd name="connsiteX205" fmla="*/ 2910360 w 11269336"/>
              <a:gd name="connsiteY205" fmla="*/ 2103444 h 2323145"/>
              <a:gd name="connsiteX206" fmla="*/ 2904507 w 11269336"/>
              <a:gd name="connsiteY206" fmla="*/ 2104326 h 2323145"/>
              <a:gd name="connsiteX207" fmla="*/ 2889503 w 11269336"/>
              <a:gd name="connsiteY207" fmla="*/ 2104443 h 2323145"/>
              <a:gd name="connsiteX208" fmla="*/ 2884480 w 11269336"/>
              <a:gd name="connsiteY208" fmla="*/ 2102626 h 2323145"/>
              <a:gd name="connsiteX209" fmla="*/ 2882689 w 11269336"/>
              <a:gd name="connsiteY209" fmla="*/ 2099228 h 2323145"/>
              <a:gd name="connsiteX210" fmla="*/ 2881291 w 11269336"/>
              <a:gd name="connsiteY210" fmla="*/ 2099618 h 2323145"/>
              <a:gd name="connsiteX211" fmla="*/ 2853979 w 11269336"/>
              <a:gd name="connsiteY211" fmla="*/ 2090388 h 2323145"/>
              <a:gd name="connsiteX212" fmla="*/ 2791790 w 11269336"/>
              <a:gd name="connsiteY212" fmla="*/ 2080332 h 2323145"/>
              <a:gd name="connsiteX213" fmla="*/ 2755844 w 11269336"/>
              <a:gd name="connsiteY213" fmla="*/ 2078874 h 2323145"/>
              <a:gd name="connsiteX214" fmla="*/ 2657742 w 11269336"/>
              <a:gd name="connsiteY214" fmla="*/ 2070179 h 2323145"/>
              <a:gd name="connsiteX215" fmla="*/ 2559549 w 11269336"/>
              <a:gd name="connsiteY215" fmla="*/ 2057873 h 2323145"/>
              <a:gd name="connsiteX216" fmla="*/ 2512054 w 11269336"/>
              <a:gd name="connsiteY216" fmla="*/ 2031671 h 2323145"/>
              <a:gd name="connsiteX217" fmla="*/ 2506437 w 11269336"/>
              <a:gd name="connsiteY217" fmla="*/ 2030918 h 2323145"/>
              <a:gd name="connsiteX218" fmla="*/ 2491752 w 11269336"/>
              <a:gd name="connsiteY218" fmla="*/ 2033906 h 2323145"/>
              <a:gd name="connsiteX219" fmla="*/ 2486338 w 11269336"/>
              <a:gd name="connsiteY219" fmla="*/ 2035862 h 2323145"/>
              <a:gd name="connsiteX220" fmla="*/ 2478186 w 11269336"/>
              <a:gd name="connsiteY220" fmla="*/ 2036953 h 2323145"/>
              <a:gd name="connsiteX221" fmla="*/ 2477950 w 11269336"/>
              <a:gd name="connsiteY221" fmla="*/ 2036715 h 2323145"/>
              <a:gd name="connsiteX222" fmla="*/ 2470381 w 11269336"/>
              <a:gd name="connsiteY222" fmla="*/ 2038256 h 2323145"/>
              <a:gd name="connsiteX223" fmla="*/ 2433781 w 11269336"/>
              <a:gd name="connsiteY223" fmla="*/ 2049140 h 2323145"/>
              <a:gd name="connsiteX224" fmla="*/ 2381172 w 11269336"/>
              <a:gd name="connsiteY224" fmla="*/ 2030645 h 2323145"/>
              <a:gd name="connsiteX225" fmla="*/ 2360198 w 11269336"/>
              <a:gd name="connsiteY225" fmla="*/ 2029059 h 2323145"/>
              <a:gd name="connsiteX226" fmla="*/ 2348815 w 11269336"/>
              <a:gd name="connsiteY226" fmla="*/ 2026798 h 2323145"/>
              <a:gd name="connsiteX227" fmla="*/ 2347988 w 11269336"/>
              <a:gd name="connsiteY227" fmla="*/ 2025745 h 2323145"/>
              <a:gd name="connsiteX228" fmla="*/ 2312920 w 11269336"/>
              <a:gd name="connsiteY228" fmla="*/ 2036311 h 2323145"/>
              <a:gd name="connsiteX229" fmla="*/ 2307986 w 11269336"/>
              <a:gd name="connsiteY229" fmla="*/ 2035583 h 2323145"/>
              <a:gd name="connsiteX230" fmla="*/ 2285481 w 11269336"/>
              <a:gd name="connsiteY230" fmla="*/ 2045197 h 2323145"/>
              <a:gd name="connsiteX231" fmla="*/ 2273666 w 11269336"/>
              <a:gd name="connsiteY231" fmla="*/ 2048710 h 2323145"/>
              <a:gd name="connsiteX232" fmla="*/ 2270719 w 11269336"/>
              <a:gd name="connsiteY232" fmla="*/ 2052702 h 2323145"/>
              <a:gd name="connsiteX233" fmla="*/ 2253080 w 11269336"/>
              <a:gd name="connsiteY233" fmla="*/ 2056363 h 2323145"/>
              <a:gd name="connsiteX234" fmla="*/ 2250906 w 11269336"/>
              <a:gd name="connsiteY234" fmla="*/ 2055654 h 2323145"/>
              <a:gd name="connsiteX235" fmla="*/ 2236905 w 11269336"/>
              <a:gd name="connsiteY235" fmla="*/ 2062882 h 2323145"/>
              <a:gd name="connsiteX236" fmla="*/ 2225830 w 11269336"/>
              <a:gd name="connsiteY236" fmla="*/ 2074027 h 2323145"/>
              <a:gd name="connsiteX237" fmla="*/ 2073776 w 11269336"/>
              <a:gd name="connsiteY237" fmla="*/ 2089244 h 2323145"/>
              <a:gd name="connsiteX238" fmla="*/ 1948256 w 11269336"/>
              <a:gd name="connsiteY238" fmla="*/ 2146616 h 2323145"/>
              <a:gd name="connsiteX239" fmla="*/ 1865582 w 11269336"/>
              <a:gd name="connsiteY239" fmla="*/ 2153738 h 2323145"/>
              <a:gd name="connsiteX240" fmla="*/ 1835210 w 11269336"/>
              <a:gd name="connsiteY240" fmla="*/ 2134244 h 2323145"/>
              <a:gd name="connsiteX241" fmla="*/ 1632661 w 11269336"/>
              <a:gd name="connsiteY241" fmla="*/ 2173882 h 2323145"/>
              <a:gd name="connsiteX242" fmla="*/ 1579590 w 11269336"/>
              <a:gd name="connsiteY242" fmla="*/ 2173680 h 2323145"/>
              <a:gd name="connsiteX243" fmla="*/ 1535601 w 11269336"/>
              <a:gd name="connsiteY243" fmla="*/ 2194590 h 2323145"/>
              <a:gd name="connsiteX244" fmla="*/ 1515594 w 11269336"/>
              <a:gd name="connsiteY244" fmla="*/ 2189622 h 2323145"/>
              <a:gd name="connsiteX245" fmla="*/ 1512113 w 11269336"/>
              <a:gd name="connsiteY245" fmla="*/ 2188534 h 2323145"/>
              <a:gd name="connsiteX246" fmla="*/ 1498838 w 11269336"/>
              <a:gd name="connsiteY246" fmla="*/ 2189213 h 2323145"/>
              <a:gd name="connsiteX247" fmla="*/ 1494279 w 11269336"/>
              <a:gd name="connsiteY247" fmla="*/ 2183112 h 2323145"/>
              <a:gd name="connsiteX248" fmla="*/ 1473714 w 11269336"/>
              <a:gd name="connsiteY248" fmla="*/ 2179625 h 2323145"/>
              <a:gd name="connsiteX249" fmla="*/ 1449503 w 11269336"/>
              <a:gd name="connsiteY249" fmla="*/ 2182633 h 2323145"/>
              <a:gd name="connsiteX250" fmla="*/ 1335495 w 11269336"/>
              <a:gd name="connsiteY250" fmla="*/ 2203940 h 2323145"/>
              <a:gd name="connsiteX251" fmla="*/ 1266687 w 11269336"/>
              <a:gd name="connsiteY251" fmla="*/ 2212688 h 2323145"/>
              <a:gd name="connsiteX252" fmla="*/ 1239614 w 11269336"/>
              <a:gd name="connsiteY252" fmla="*/ 2209727 h 2323145"/>
              <a:gd name="connsiteX253" fmla="*/ 1202436 w 11269336"/>
              <a:gd name="connsiteY253" fmla="*/ 2209817 h 2323145"/>
              <a:gd name="connsiteX254" fmla="*/ 1136097 w 11269336"/>
              <a:gd name="connsiteY254" fmla="*/ 2205112 h 2323145"/>
              <a:gd name="connsiteX255" fmla="*/ 1048229 w 11269336"/>
              <a:gd name="connsiteY255" fmla="*/ 2207249 h 2323145"/>
              <a:gd name="connsiteX256" fmla="*/ 988232 w 11269336"/>
              <a:gd name="connsiteY256" fmla="*/ 2235635 h 2323145"/>
              <a:gd name="connsiteX257" fmla="*/ 981959 w 11269336"/>
              <a:gd name="connsiteY257" fmla="*/ 2231607 h 2323145"/>
              <a:gd name="connsiteX258" fmla="*/ 938600 w 11269336"/>
              <a:gd name="connsiteY258" fmla="*/ 2238113 h 2323145"/>
              <a:gd name="connsiteX259" fmla="*/ 791788 w 11269336"/>
              <a:gd name="connsiteY259" fmla="*/ 2293224 h 2323145"/>
              <a:gd name="connsiteX260" fmla="*/ 706914 w 11269336"/>
              <a:gd name="connsiteY260" fmla="*/ 2305046 h 2323145"/>
              <a:gd name="connsiteX261" fmla="*/ 675971 w 11269336"/>
              <a:gd name="connsiteY261" fmla="*/ 2304030 h 2323145"/>
              <a:gd name="connsiteX262" fmla="*/ 624180 w 11269336"/>
              <a:gd name="connsiteY262" fmla="*/ 2302650 h 2323145"/>
              <a:gd name="connsiteX263" fmla="*/ 583453 w 11269336"/>
              <a:gd name="connsiteY263" fmla="*/ 2288788 h 2323145"/>
              <a:gd name="connsiteX264" fmla="*/ 540946 w 11269336"/>
              <a:gd name="connsiteY264" fmla="*/ 2292721 h 2323145"/>
              <a:gd name="connsiteX265" fmla="*/ 533680 w 11269336"/>
              <a:gd name="connsiteY265" fmla="*/ 2310233 h 2323145"/>
              <a:gd name="connsiteX266" fmla="*/ 487366 w 11269336"/>
              <a:gd name="connsiteY266" fmla="*/ 2309053 h 2323145"/>
              <a:gd name="connsiteX267" fmla="*/ 416820 w 11269336"/>
              <a:gd name="connsiteY267" fmla="*/ 2305443 h 2323145"/>
              <a:gd name="connsiteX268" fmla="*/ 376805 w 11269336"/>
              <a:gd name="connsiteY268" fmla="*/ 2307647 h 2323145"/>
              <a:gd name="connsiteX269" fmla="*/ 266777 w 11269336"/>
              <a:gd name="connsiteY269" fmla="*/ 2309012 h 2323145"/>
              <a:gd name="connsiteX270" fmla="*/ 156013 w 11269336"/>
              <a:gd name="connsiteY270" fmla="*/ 2306832 h 2323145"/>
              <a:gd name="connsiteX271" fmla="*/ 87258 w 11269336"/>
              <a:gd name="connsiteY271" fmla="*/ 2285511 h 2323145"/>
              <a:gd name="connsiteX272" fmla="*/ 23798 w 11269336"/>
              <a:gd name="connsiteY272" fmla="*/ 2281822 h 2323145"/>
              <a:gd name="connsiteX273" fmla="*/ 0 w 11269336"/>
              <a:gd name="connsiteY273" fmla="*/ 2285369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092476 w 11269336"/>
              <a:gd name="connsiteY140" fmla="*/ 2100737 h 2323145"/>
              <a:gd name="connsiteX141" fmla="*/ 5060738 w 11269336"/>
              <a:gd name="connsiteY141" fmla="*/ 2083274 h 2323145"/>
              <a:gd name="connsiteX142" fmla="*/ 4860988 w 11269336"/>
              <a:gd name="connsiteY142" fmla="*/ 2135698 h 2323145"/>
              <a:gd name="connsiteX143" fmla="*/ 4807902 w 11269336"/>
              <a:gd name="connsiteY143" fmla="*/ 2138894 h 2323145"/>
              <a:gd name="connsiteX144" fmla="*/ 4765388 w 11269336"/>
              <a:gd name="connsiteY144" fmla="*/ 2162525 h 2323145"/>
              <a:gd name="connsiteX145" fmla="*/ 4745033 w 11269336"/>
              <a:gd name="connsiteY145" fmla="*/ 2158859 h 2323145"/>
              <a:gd name="connsiteX146" fmla="*/ 4741475 w 11269336"/>
              <a:gd name="connsiteY146" fmla="*/ 2157998 h 2323145"/>
              <a:gd name="connsiteX147" fmla="*/ 4728247 w 11269336"/>
              <a:gd name="connsiteY147" fmla="*/ 2159526 h 2323145"/>
              <a:gd name="connsiteX148" fmla="*/ 4723263 w 11269336"/>
              <a:gd name="connsiteY148" fmla="*/ 2153742 h 2323145"/>
              <a:gd name="connsiteX149" fmla="*/ 4702453 w 11269336"/>
              <a:gd name="connsiteY149" fmla="*/ 2151586 h 2323145"/>
              <a:gd name="connsiteX150" fmla="*/ 4678455 w 11269336"/>
              <a:gd name="connsiteY150" fmla="*/ 2156131 h 2323145"/>
              <a:gd name="connsiteX151" fmla="*/ 4593061 w 11269336"/>
              <a:gd name="connsiteY151" fmla="*/ 2171597 h 2323145"/>
              <a:gd name="connsiteX152" fmla="*/ 4579902 w 11269336"/>
              <a:gd name="connsiteY152" fmla="*/ 2177927 h 2323145"/>
              <a:gd name="connsiteX153" fmla="*/ 4533444 w 11269336"/>
              <a:gd name="connsiteY153" fmla="*/ 2181200 h 2323145"/>
              <a:gd name="connsiteX154" fmla="*/ 4492832 w 11269336"/>
              <a:gd name="connsiteY154" fmla="*/ 2188033 h 2323145"/>
              <a:gd name="connsiteX155" fmla="*/ 4467257 w 11269336"/>
              <a:gd name="connsiteY155" fmla="*/ 2196121 h 2323145"/>
              <a:gd name="connsiteX156" fmla="*/ 4459937 w 11269336"/>
              <a:gd name="connsiteY156" fmla="*/ 2195182 h 2323145"/>
              <a:gd name="connsiteX157" fmla="*/ 4433312 w 11269336"/>
              <a:gd name="connsiteY157" fmla="*/ 2199004 h 2323145"/>
              <a:gd name="connsiteX158" fmla="*/ 4420601 w 11269336"/>
              <a:gd name="connsiteY158" fmla="*/ 2205158 h 2323145"/>
              <a:gd name="connsiteX159" fmla="*/ 4405765 w 11269336"/>
              <a:gd name="connsiteY159" fmla="*/ 2199902 h 2323145"/>
              <a:gd name="connsiteX160" fmla="*/ 4401354 w 11269336"/>
              <a:gd name="connsiteY160" fmla="*/ 2194745 h 2323145"/>
              <a:gd name="connsiteX161" fmla="*/ 4383151 w 11269336"/>
              <a:gd name="connsiteY161" fmla="*/ 2201140 h 2323145"/>
              <a:gd name="connsiteX162" fmla="*/ 4366646 w 11269336"/>
              <a:gd name="connsiteY162" fmla="*/ 2198564 h 2323145"/>
              <a:gd name="connsiteX163" fmla="*/ 4354009 w 11269336"/>
              <a:gd name="connsiteY163" fmla="*/ 2204984 h 2323145"/>
              <a:gd name="connsiteX164" fmla="*/ 4348284 w 11269336"/>
              <a:gd name="connsiteY164" fmla="*/ 2205270 h 2323145"/>
              <a:gd name="connsiteX165" fmla="*/ 4333906 w 11269336"/>
              <a:gd name="connsiteY165" fmla="*/ 2205251 h 2323145"/>
              <a:gd name="connsiteX166" fmla="*/ 4308819 w 11269336"/>
              <a:gd name="connsiteY166" fmla="*/ 2203822 h 2323145"/>
              <a:gd name="connsiteX167" fmla="*/ 4301210 w 11269336"/>
              <a:gd name="connsiteY167" fmla="*/ 2204456 h 2323145"/>
              <a:gd name="connsiteX168" fmla="*/ 4283095 w 11269336"/>
              <a:gd name="connsiteY168" fmla="*/ 2198177 h 2323145"/>
              <a:gd name="connsiteX169" fmla="*/ 4250119 w 11269336"/>
              <a:gd name="connsiteY169" fmla="*/ 2196342 h 2323145"/>
              <a:gd name="connsiteX170" fmla="*/ 4189203 w 11269336"/>
              <a:gd name="connsiteY170" fmla="*/ 2178994 h 2323145"/>
              <a:gd name="connsiteX171" fmla="*/ 4154035 w 11269336"/>
              <a:gd name="connsiteY171" fmla="*/ 2171950 h 2323145"/>
              <a:gd name="connsiteX172" fmla="*/ 4129569 w 11269336"/>
              <a:gd name="connsiteY172" fmla="*/ 2163850 h 2323145"/>
              <a:gd name="connsiteX173" fmla="*/ 4061250 w 11269336"/>
              <a:gd name="connsiteY173" fmla="*/ 2159236 h 2323145"/>
              <a:gd name="connsiteX174" fmla="*/ 3945480 w 11269336"/>
              <a:gd name="connsiteY174" fmla="*/ 2158279 h 2323145"/>
              <a:gd name="connsiteX175" fmla="*/ 3921468 w 11269336"/>
              <a:gd name="connsiteY175" fmla="*/ 2156588 h 2323145"/>
              <a:gd name="connsiteX176" fmla="*/ 3903348 w 11269336"/>
              <a:gd name="connsiteY176" fmla="*/ 2149220 h 2323145"/>
              <a:gd name="connsiteX177" fmla="*/ 3901342 w 11269336"/>
              <a:gd name="connsiteY177" fmla="*/ 2142355 h 2323145"/>
              <a:gd name="connsiteX178" fmla="*/ 3888539 w 11269336"/>
              <a:gd name="connsiteY178" fmla="*/ 2140476 h 2323145"/>
              <a:gd name="connsiteX179" fmla="*/ 3885662 w 11269336"/>
              <a:gd name="connsiteY179" fmla="*/ 2138740 h 2323145"/>
              <a:gd name="connsiteX180" fmla="*/ 3868627 w 11269336"/>
              <a:gd name="connsiteY180" fmla="*/ 2130023 h 2323145"/>
              <a:gd name="connsiteX181" fmla="*/ 3819177 w 11269336"/>
              <a:gd name="connsiteY181" fmla="*/ 2142111 h 2323145"/>
              <a:gd name="connsiteX182" fmla="*/ 3769100 w 11269336"/>
              <a:gd name="connsiteY182" fmla="*/ 2131731 h 2323145"/>
              <a:gd name="connsiteX183" fmla="*/ 3562752 w 11269336"/>
              <a:gd name="connsiteY183" fmla="*/ 2131785 h 2323145"/>
              <a:gd name="connsiteX184" fmla="*/ 3541402 w 11269336"/>
              <a:gd name="connsiteY184" fmla="*/ 2106821 h 2323145"/>
              <a:gd name="connsiteX185" fmla="*/ 3460591 w 11269336"/>
              <a:gd name="connsiteY185" fmla="*/ 2097951 h 2323145"/>
              <a:gd name="connsiteX186" fmla="*/ 3320348 w 11269336"/>
              <a:gd name="connsiteY186" fmla="*/ 2130191 h 2323145"/>
              <a:gd name="connsiteX187" fmla="*/ 3170922 w 11269336"/>
              <a:gd name="connsiteY187" fmla="*/ 2115957 h 2323145"/>
              <a:gd name="connsiteX188" fmla="*/ 3156256 w 11269336"/>
              <a:gd name="connsiteY188" fmla="*/ 2124773 h 2323145"/>
              <a:gd name="connsiteX189" fmla="*/ 3140298 w 11269336"/>
              <a:gd name="connsiteY189" fmla="*/ 2129182 h 2323145"/>
              <a:gd name="connsiteX190" fmla="*/ 3138514 w 11269336"/>
              <a:gd name="connsiteY190" fmla="*/ 2128069 h 2323145"/>
              <a:gd name="connsiteX191" fmla="*/ 3120467 w 11269336"/>
              <a:gd name="connsiteY191" fmla="*/ 2128281 h 2323145"/>
              <a:gd name="connsiteX192" fmla="*/ 3116175 w 11269336"/>
              <a:gd name="connsiteY192" fmla="*/ 2131633 h 2323145"/>
              <a:gd name="connsiteX193" fmla="*/ 3103685 w 11269336"/>
              <a:gd name="connsiteY193" fmla="*/ 2132814 h 2323145"/>
              <a:gd name="connsiteX194" fmla="*/ 3078794 w 11269336"/>
              <a:gd name="connsiteY194" fmla="*/ 2137935 h 2323145"/>
              <a:gd name="connsiteX195" fmla="*/ 3074407 w 11269336"/>
              <a:gd name="connsiteY195" fmla="*/ 2136274 h 2323145"/>
              <a:gd name="connsiteX196" fmla="*/ 3037285 w 11269336"/>
              <a:gd name="connsiteY196" fmla="*/ 2139919 h 2323145"/>
              <a:gd name="connsiteX197" fmla="*/ 3036901 w 11269336"/>
              <a:gd name="connsiteY197" fmla="*/ 2138726 h 2323145"/>
              <a:gd name="connsiteX198" fmla="*/ 3026996 w 11269336"/>
              <a:gd name="connsiteY198" fmla="*/ 2134322 h 2323145"/>
              <a:gd name="connsiteX199" fmla="*/ 3007772 w 11269336"/>
              <a:gd name="connsiteY199" fmla="*/ 2128742 h 2323145"/>
              <a:gd name="connsiteX200" fmla="*/ 2965030 w 11269336"/>
              <a:gd name="connsiteY200" fmla="*/ 2100494 h 2323145"/>
              <a:gd name="connsiteX201" fmla="*/ 2926342 w 11269336"/>
              <a:gd name="connsiteY201" fmla="*/ 2104155 h 2323145"/>
              <a:gd name="connsiteX202" fmla="*/ 2918608 w 11269336"/>
              <a:gd name="connsiteY202" fmla="*/ 2104215 h 2323145"/>
              <a:gd name="connsiteX203" fmla="*/ 2918475 w 11269336"/>
              <a:gd name="connsiteY203" fmla="*/ 2103937 h 2323145"/>
              <a:gd name="connsiteX204" fmla="*/ 2910360 w 11269336"/>
              <a:gd name="connsiteY204" fmla="*/ 2103444 h 2323145"/>
              <a:gd name="connsiteX205" fmla="*/ 2904507 w 11269336"/>
              <a:gd name="connsiteY205" fmla="*/ 2104326 h 2323145"/>
              <a:gd name="connsiteX206" fmla="*/ 2889503 w 11269336"/>
              <a:gd name="connsiteY206" fmla="*/ 2104443 h 2323145"/>
              <a:gd name="connsiteX207" fmla="*/ 2884480 w 11269336"/>
              <a:gd name="connsiteY207" fmla="*/ 2102626 h 2323145"/>
              <a:gd name="connsiteX208" fmla="*/ 2882689 w 11269336"/>
              <a:gd name="connsiteY208" fmla="*/ 2099228 h 2323145"/>
              <a:gd name="connsiteX209" fmla="*/ 2881291 w 11269336"/>
              <a:gd name="connsiteY209" fmla="*/ 2099618 h 2323145"/>
              <a:gd name="connsiteX210" fmla="*/ 2853979 w 11269336"/>
              <a:gd name="connsiteY210" fmla="*/ 2090388 h 2323145"/>
              <a:gd name="connsiteX211" fmla="*/ 2791790 w 11269336"/>
              <a:gd name="connsiteY211" fmla="*/ 2080332 h 2323145"/>
              <a:gd name="connsiteX212" fmla="*/ 2755844 w 11269336"/>
              <a:gd name="connsiteY212" fmla="*/ 2078874 h 2323145"/>
              <a:gd name="connsiteX213" fmla="*/ 2657742 w 11269336"/>
              <a:gd name="connsiteY213" fmla="*/ 2070179 h 2323145"/>
              <a:gd name="connsiteX214" fmla="*/ 2559549 w 11269336"/>
              <a:gd name="connsiteY214" fmla="*/ 2057873 h 2323145"/>
              <a:gd name="connsiteX215" fmla="*/ 2512054 w 11269336"/>
              <a:gd name="connsiteY215" fmla="*/ 2031671 h 2323145"/>
              <a:gd name="connsiteX216" fmla="*/ 2506437 w 11269336"/>
              <a:gd name="connsiteY216" fmla="*/ 2030918 h 2323145"/>
              <a:gd name="connsiteX217" fmla="*/ 2491752 w 11269336"/>
              <a:gd name="connsiteY217" fmla="*/ 2033906 h 2323145"/>
              <a:gd name="connsiteX218" fmla="*/ 2486338 w 11269336"/>
              <a:gd name="connsiteY218" fmla="*/ 2035862 h 2323145"/>
              <a:gd name="connsiteX219" fmla="*/ 2478186 w 11269336"/>
              <a:gd name="connsiteY219" fmla="*/ 2036953 h 2323145"/>
              <a:gd name="connsiteX220" fmla="*/ 2477950 w 11269336"/>
              <a:gd name="connsiteY220" fmla="*/ 2036715 h 2323145"/>
              <a:gd name="connsiteX221" fmla="*/ 2470381 w 11269336"/>
              <a:gd name="connsiteY221" fmla="*/ 2038256 h 2323145"/>
              <a:gd name="connsiteX222" fmla="*/ 2433781 w 11269336"/>
              <a:gd name="connsiteY222" fmla="*/ 2049140 h 2323145"/>
              <a:gd name="connsiteX223" fmla="*/ 2381172 w 11269336"/>
              <a:gd name="connsiteY223" fmla="*/ 2030645 h 2323145"/>
              <a:gd name="connsiteX224" fmla="*/ 2360198 w 11269336"/>
              <a:gd name="connsiteY224" fmla="*/ 2029059 h 2323145"/>
              <a:gd name="connsiteX225" fmla="*/ 2348815 w 11269336"/>
              <a:gd name="connsiteY225" fmla="*/ 2026798 h 2323145"/>
              <a:gd name="connsiteX226" fmla="*/ 2347988 w 11269336"/>
              <a:gd name="connsiteY226" fmla="*/ 2025745 h 2323145"/>
              <a:gd name="connsiteX227" fmla="*/ 2312920 w 11269336"/>
              <a:gd name="connsiteY227" fmla="*/ 2036311 h 2323145"/>
              <a:gd name="connsiteX228" fmla="*/ 2307986 w 11269336"/>
              <a:gd name="connsiteY228" fmla="*/ 2035583 h 2323145"/>
              <a:gd name="connsiteX229" fmla="*/ 2285481 w 11269336"/>
              <a:gd name="connsiteY229" fmla="*/ 2045197 h 2323145"/>
              <a:gd name="connsiteX230" fmla="*/ 2273666 w 11269336"/>
              <a:gd name="connsiteY230" fmla="*/ 2048710 h 2323145"/>
              <a:gd name="connsiteX231" fmla="*/ 2270719 w 11269336"/>
              <a:gd name="connsiteY231" fmla="*/ 2052702 h 2323145"/>
              <a:gd name="connsiteX232" fmla="*/ 2253080 w 11269336"/>
              <a:gd name="connsiteY232" fmla="*/ 2056363 h 2323145"/>
              <a:gd name="connsiteX233" fmla="*/ 2250906 w 11269336"/>
              <a:gd name="connsiteY233" fmla="*/ 2055654 h 2323145"/>
              <a:gd name="connsiteX234" fmla="*/ 2236905 w 11269336"/>
              <a:gd name="connsiteY234" fmla="*/ 2062882 h 2323145"/>
              <a:gd name="connsiteX235" fmla="*/ 2225830 w 11269336"/>
              <a:gd name="connsiteY235" fmla="*/ 2074027 h 2323145"/>
              <a:gd name="connsiteX236" fmla="*/ 2073776 w 11269336"/>
              <a:gd name="connsiteY236" fmla="*/ 2089244 h 2323145"/>
              <a:gd name="connsiteX237" fmla="*/ 1948256 w 11269336"/>
              <a:gd name="connsiteY237" fmla="*/ 2146616 h 2323145"/>
              <a:gd name="connsiteX238" fmla="*/ 1865582 w 11269336"/>
              <a:gd name="connsiteY238" fmla="*/ 2153738 h 2323145"/>
              <a:gd name="connsiteX239" fmla="*/ 1835210 w 11269336"/>
              <a:gd name="connsiteY239" fmla="*/ 2134244 h 2323145"/>
              <a:gd name="connsiteX240" fmla="*/ 1632661 w 11269336"/>
              <a:gd name="connsiteY240" fmla="*/ 2173882 h 2323145"/>
              <a:gd name="connsiteX241" fmla="*/ 1579590 w 11269336"/>
              <a:gd name="connsiteY241" fmla="*/ 2173680 h 2323145"/>
              <a:gd name="connsiteX242" fmla="*/ 1535601 w 11269336"/>
              <a:gd name="connsiteY242" fmla="*/ 2194590 h 2323145"/>
              <a:gd name="connsiteX243" fmla="*/ 1515594 w 11269336"/>
              <a:gd name="connsiteY243" fmla="*/ 2189622 h 2323145"/>
              <a:gd name="connsiteX244" fmla="*/ 1512113 w 11269336"/>
              <a:gd name="connsiteY244" fmla="*/ 2188534 h 2323145"/>
              <a:gd name="connsiteX245" fmla="*/ 1498838 w 11269336"/>
              <a:gd name="connsiteY245" fmla="*/ 2189213 h 2323145"/>
              <a:gd name="connsiteX246" fmla="*/ 1494279 w 11269336"/>
              <a:gd name="connsiteY246" fmla="*/ 2183112 h 2323145"/>
              <a:gd name="connsiteX247" fmla="*/ 1473714 w 11269336"/>
              <a:gd name="connsiteY247" fmla="*/ 2179625 h 2323145"/>
              <a:gd name="connsiteX248" fmla="*/ 1449503 w 11269336"/>
              <a:gd name="connsiteY248" fmla="*/ 2182633 h 2323145"/>
              <a:gd name="connsiteX249" fmla="*/ 1335495 w 11269336"/>
              <a:gd name="connsiteY249" fmla="*/ 2203940 h 2323145"/>
              <a:gd name="connsiteX250" fmla="*/ 1266687 w 11269336"/>
              <a:gd name="connsiteY250" fmla="*/ 2212688 h 2323145"/>
              <a:gd name="connsiteX251" fmla="*/ 1239614 w 11269336"/>
              <a:gd name="connsiteY251" fmla="*/ 2209727 h 2323145"/>
              <a:gd name="connsiteX252" fmla="*/ 1202436 w 11269336"/>
              <a:gd name="connsiteY252" fmla="*/ 2209817 h 2323145"/>
              <a:gd name="connsiteX253" fmla="*/ 1136097 w 11269336"/>
              <a:gd name="connsiteY253" fmla="*/ 2205112 h 2323145"/>
              <a:gd name="connsiteX254" fmla="*/ 1048229 w 11269336"/>
              <a:gd name="connsiteY254" fmla="*/ 2207249 h 2323145"/>
              <a:gd name="connsiteX255" fmla="*/ 988232 w 11269336"/>
              <a:gd name="connsiteY255" fmla="*/ 2235635 h 2323145"/>
              <a:gd name="connsiteX256" fmla="*/ 981959 w 11269336"/>
              <a:gd name="connsiteY256" fmla="*/ 2231607 h 2323145"/>
              <a:gd name="connsiteX257" fmla="*/ 938600 w 11269336"/>
              <a:gd name="connsiteY257" fmla="*/ 2238113 h 2323145"/>
              <a:gd name="connsiteX258" fmla="*/ 791788 w 11269336"/>
              <a:gd name="connsiteY258" fmla="*/ 2293224 h 2323145"/>
              <a:gd name="connsiteX259" fmla="*/ 706914 w 11269336"/>
              <a:gd name="connsiteY259" fmla="*/ 2305046 h 2323145"/>
              <a:gd name="connsiteX260" fmla="*/ 675971 w 11269336"/>
              <a:gd name="connsiteY260" fmla="*/ 2304030 h 2323145"/>
              <a:gd name="connsiteX261" fmla="*/ 624180 w 11269336"/>
              <a:gd name="connsiteY261" fmla="*/ 2302650 h 2323145"/>
              <a:gd name="connsiteX262" fmla="*/ 583453 w 11269336"/>
              <a:gd name="connsiteY262" fmla="*/ 2288788 h 2323145"/>
              <a:gd name="connsiteX263" fmla="*/ 540946 w 11269336"/>
              <a:gd name="connsiteY263" fmla="*/ 2292721 h 2323145"/>
              <a:gd name="connsiteX264" fmla="*/ 533680 w 11269336"/>
              <a:gd name="connsiteY264" fmla="*/ 2310233 h 2323145"/>
              <a:gd name="connsiteX265" fmla="*/ 487366 w 11269336"/>
              <a:gd name="connsiteY265" fmla="*/ 2309053 h 2323145"/>
              <a:gd name="connsiteX266" fmla="*/ 416820 w 11269336"/>
              <a:gd name="connsiteY266" fmla="*/ 2305443 h 2323145"/>
              <a:gd name="connsiteX267" fmla="*/ 376805 w 11269336"/>
              <a:gd name="connsiteY267" fmla="*/ 2307647 h 2323145"/>
              <a:gd name="connsiteX268" fmla="*/ 266777 w 11269336"/>
              <a:gd name="connsiteY268" fmla="*/ 2309012 h 2323145"/>
              <a:gd name="connsiteX269" fmla="*/ 156013 w 11269336"/>
              <a:gd name="connsiteY269" fmla="*/ 2306832 h 2323145"/>
              <a:gd name="connsiteX270" fmla="*/ 87258 w 11269336"/>
              <a:gd name="connsiteY270" fmla="*/ 2285511 h 2323145"/>
              <a:gd name="connsiteX271" fmla="*/ 23798 w 11269336"/>
              <a:gd name="connsiteY271" fmla="*/ 2281822 h 2323145"/>
              <a:gd name="connsiteX272" fmla="*/ 0 w 11269336"/>
              <a:gd name="connsiteY272" fmla="*/ 2285369 h 2323145"/>
              <a:gd name="connsiteX273" fmla="*/ 0 w 11269336"/>
              <a:gd name="connsiteY27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092476 w 11269336"/>
              <a:gd name="connsiteY139" fmla="*/ 2100737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988232 w 11269336"/>
              <a:gd name="connsiteY252" fmla="*/ 2235635 h 2323145"/>
              <a:gd name="connsiteX253" fmla="*/ 981959 w 11269336"/>
              <a:gd name="connsiteY253" fmla="*/ 2231607 h 2323145"/>
              <a:gd name="connsiteX254" fmla="*/ 938600 w 11269336"/>
              <a:gd name="connsiteY254" fmla="*/ 2238113 h 2323145"/>
              <a:gd name="connsiteX255" fmla="*/ 791788 w 11269336"/>
              <a:gd name="connsiteY255" fmla="*/ 2293224 h 2323145"/>
              <a:gd name="connsiteX256" fmla="*/ 706914 w 11269336"/>
              <a:gd name="connsiteY256" fmla="*/ 2305046 h 2323145"/>
              <a:gd name="connsiteX257" fmla="*/ 675971 w 11269336"/>
              <a:gd name="connsiteY257" fmla="*/ 2304030 h 2323145"/>
              <a:gd name="connsiteX258" fmla="*/ 624180 w 11269336"/>
              <a:gd name="connsiteY258" fmla="*/ 2302650 h 2323145"/>
              <a:gd name="connsiteX259" fmla="*/ 583453 w 11269336"/>
              <a:gd name="connsiteY259" fmla="*/ 2288788 h 2323145"/>
              <a:gd name="connsiteX260" fmla="*/ 540946 w 11269336"/>
              <a:gd name="connsiteY260" fmla="*/ 2292721 h 2323145"/>
              <a:gd name="connsiteX261" fmla="*/ 533680 w 11269336"/>
              <a:gd name="connsiteY261" fmla="*/ 2310233 h 2323145"/>
              <a:gd name="connsiteX262" fmla="*/ 487366 w 11269336"/>
              <a:gd name="connsiteY262" fmla="*/ 2309053 h 2323145"/>
              <a:gd name="connsiteX263" fmla="*/ 416820 w 11269336"/>
              <a:gd name="connsiteY263" fmla="*/ 2305443 h 2323145"/>
              <a:gd name="connsiteX264" fmla="*/ 376805 w 11269336"/>
              <a:gd name="connsiteY264" fmla="*/ 2307647 h 2323145"/>
              <a:gd name="connsiteX265" fmla="*/ 266777 w 11269336"/>
              <a:gd name="connsiteY265" fmla="*/ 2309012 h 2323145"/>
              <a:gd name="connsiteX266" fmla="*/ 156013 w 11269336"/>
              <a:gd name="connsiteY266" fmla="*/ 2306832 h 2323145"/>
              <a:gd name="connsiteX267" fmla="*/ 87258 w 11269336"/>
              <a:gd name="connsiteY267" fmla="*/ 2285511 h 2323145"/>
              <a:gd name="connsiteX268" fmla="*/ 23798 w 11269336"/>
              <a:gd name="connsiteY268" fmla="*/ 2281822 h 2323145"/>
              <a:gd name="connsiteX269" fmla="*/ 0 w 11269336"/>
              <a:gd name="connsiteY269" fmla="*/ 2285369 h 2323145"/>
              <a:gd name="connsiteX270" fmla="*/ 0 w 11269336"/>
              <a:gd name="connsiteY27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266687 w 11269336"/>
              <a:gd name="connsiteY247" fmla="*/ 2212688 h 2323145"/>
              <a:gd name="connsiteX248" fmla="*/ 1239614 w 11269336"/>
              <a:gd name="connsiteY248" fmla="*/ 2209727 h 2323145"/>
              <a:gd name="connsiteX249" fmla="*/ 1202436 w 11269336"/>
              <a:gd name="connsiteY249" fmla="*/ 2209817 h 2323145"/>
              <a:gd name="connsiteX250" fmla="*/ 1136097 w 11269336"/>
              <a:gd name="connsiteY250" fmla="*/ 2205112 h 2323145"/>
              <a:gd name="connsiteX251" fmla="*/ 988232 w 11269336"/>
              <a:gd name="connsiteY251" fmla="*/ 2235635 h 2323145"/>
              <a:gd name="connsiteX252" fmla="*/ 981959 w 11269336"/>
              <a:gd name="connsiteY252" fmla="*/ 2231607 h 2323145"/>
              <a:gd name="connsiteX253" fmla="*/ 938600 w 11269336"/>
              <a:gd name="connsiteY253" fmla="*/ 2238113 h 2323145"/>
              <a:gd name="connsiteX254" fmla="*/ 791788 w 11269336"/>
              <a:gd name="connsiteY254" fmla="*/ 2293224 h 2323145"/>
              <a:gd name="connsiteX255" fmla="*/ 706914 w 11269336"/>
              <a:gd name="connsiteY255" fmla="*/ 2305046 h 2323145"/>
              <a:gd name="connsiteX256" fmla="*/ 675971 w 11269336"/>
              <a:gd name="connsiteY256" fmla="*/ 2304030 h 2323145"/>
              <a:gd name="connsiteX257" fmla="*/ 624180 w 11269336"/>
              <a:gd name="connsiteY257" fmla="*/ 2302650 h 2323145"/>
              <a:gd name="connsiteX258" fmla="*/ 583453 w 11269336"/>
              <a:gd name="connsiteY258" fmla="*/ 2288788 h 2323145"/>
              <a:gd name="connsiteX259" fmla="*/ 540946 w 11269336"/>
              <a:gd name="connsiteY259" fmla="*/ 2292721 h 2323145"/>
              <a:gd name="connsiteX260" fmla="*/ 533680 w 11269336"/>
              <a:gd name="connsiteY260" fmla="*/ 2310233 h 2323145"/>
              <a:gd name="connsiteX261" fmla="*/ 487366 w 11269336"/>
              <a:gd name="connsiteY261" fmla="*/ 2309053 h 2323145"/>
              <a:gd name="connsiteX262" fmla="*/ 416820 w 11269336"/>
              <a:gd name="connsiteY262" fmla="*/ 2305443 h 2323145"/>
              <a:gd name="connsiteX263" fmla="*/ 376805 w 11269336"/>
              <a:gd name="connsiteY263" fmla="*/ 2307647 h 2323145"/>
              <a:gd name="connsiteX264" fmla="*/ 266777 w 11269336"/>
              <a:gd name="connsiteY264" fmla="*/ 2309012 h 2323145"/>
              <a:gd name="connsiteX265" fmla="*/ 156013 w 11269336"/>
              <a:gd name="connsiteY265" fmla="*/ 2306832 h 2323145"/>
              <a:gd name="connsiteX266" fmla="*/ 87258 w 11269336"/>
              <a:gd name="connsiteY266" fmla="*/ 2285511 h 2323145"/>
              <a:gd name="connsiteX267" fmla="*/ 23798 w 11269336"/>
              <a:gd name="connsiteY267" fmla="*/ 2281822 h 2323145"/>
              <a:gd name="connsiteX268" fmla="*/ 0 w 11269336"/>
              <a:gd name="connsiteY268" fmla="*/ 2285369 h 2323145"/>
              <a:gd name="connsiteX269" fmla="*/ 0 w 11269336"/>
              <a:gd name="connsiteY26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197391 w 11269336"/>
              <a:gd name="connsiteY54" fmla="*/ 1107746 h 2323145"/>
              <a:gd name="connsiteX55" fmla="*/ 8081474 w 11269336"/>
              <a:gd name="connsiteY55" fmla="*/ 1130125 h 2323145"/>
              <a:gd name="connsiteX56" fmla="*/ 8053585 w 11269336"/>
              <a:gd name="connsiteY56" fmla="*/ 1129169 h 2323145"/>
              <a:gd name="connsiteX57" fmla="*/ 8038422 w 11269336"/>
              <a:gd name="connsiteY57" fmla="*/ 1119092 h 2323145"/>
              <a:gd name="connsiteX58" fmla="*/ 8029450 w 11269336"/>
              <a:gd name="connsiteY58" fmla="*/ 1125592 h 2323145"/>
              <a:gd name="connsiteX59" fmla="*/ 7959552 w 11269336"/>
              <a:gd name="connsiteY59" fmla="*/ 1140188 h 2323145"/>
              <a:gd name="connsiteX60" fmla="*/ 7914188 w 11269336"/>
              <a:gd name="connsiteY60" fmla="*/ 1150862 h 2323145"/>
              <a:gd name="connsiteX61" fmla="*/ 7914918 w 11269336"/>
              <a:gd name="connsiteY61" fmla="*/ 1168758 h 2323145"/>
              <a:gd name="connsiteX62" fmla="*/ 7875510 w 11269336"/>
              <a:gd name="connsiteY62" fmla="*/ 1183153 h 2323145"/>
              <a:gd name="connsiteX63" fmla="*/ 7829932 w 11269336"/>
              <a:gd name="connsiteY63" fmla="*/ 1180782 h 2323145"/>
              <a:gd name="connsiteX64" fmla="*/ 7779182 w 11269336"/>
              <a:gd name="connsiteY64" fmla="*/ 1192665 h 2323145"/>
              <a:gd name="connsiteX65" fmla="*/ 7748774 w 11269336"/>
              <a:gd name="connsiteY65" fmla="*/ 1199586 h 2323145"/>
              <a:gd name="connsiteX66" fmla="*/ 7671846 w 11269336"/>
              <a:gd name="connsiteY66" fmla="*/ 1231966 h 2323145"/>
              <a:gd name="connsiteX67" fmla="*/ 7554146 w 11269336"/>
              <a:gd name="connsiteY67" fmla="*/ 1319748 h 2323145"/>
              <a:gd name="connsiteX68" fmla="*/ 7515052 w 11269336"/>
              <a:gd name="connsiteY68" fmla="*/ 1336718 h 2323145"/>
              <a:gd name="connsiteX69" fmla="*/ 7507193 w 11269336"/>
              <a:gd name="connsiteY69" fmla="*/ 1334617 h 2323145"/>
              <a:gd name="connsiteX70" fmla="*/ 7461694 w 11269336"/>
              <a:gd name="connsiteY70" fmla="*/ 1375866 h 2323145"/>
              <a:gd name="connsiteX71" fmla="*/ 7377571 w 11269336"/>
              <a:gd name="connsiteY71" fmla="*/ 1400128 h 2323145"/>
              <a:gd name="connsiteX72" fmla="*/ 7311261 w 11269336"/>
              <a:gd name="connsiteY72" fmla="*/ 1412652 h 2323145"/>
              <a:gd name="connsiteX73" fmla="*/ 7275307 w 11269336"/>
              <a:gd name="connsiteY73" fmla="*/ 1422171 h 2323145"/>
              <a:gd name="connsiteX74" fmla="*/ 7247783 w 11269336"/>
              <a:gd name="connsiteY74" fmla="*/ 1426330 h 2323145"/>
              <a:gd name="connsiteX75" fmla="*/ 7185047 w 11269336"/>
              <a:gd name="connsiteY75" fmla="*/ 1451812 h 2323145"/>
              <a:gd name="connsiteX76" fmla="*/ 7084117 w 11269336"/>
              <a:gd name="connsiteY76" fmla="*/ 1500281 h 2323145"/>
              <a:gd name="connsiteX77" fmla="*/ 7062011 w 11269336"/>
              <a:gd name="connsiteY77" fmla="*/ 1509183 h 2323145"/>
              <a:gd name="connsiteX78" fmla="*/ 7040555 w 11269336"/>
              <a:gd name="connsiteY78" fmla="*/ 1511207 h 2323145"/>
              <a:gd name="connsiteX79" fmla="*/ 7033438 w 11269336"/>
              <a:gd name="connsiteY79" fmla="*/ 1506772 h 2323145"/>
              <a:gd name="connsiteX80" fmla="*/ 7020886 w 11269336"/>
              <a:gd name="connsiteY80" fmla="*/ 1510764 h 2323145"/>
              <a:gd name="connsiteX81" fmla="*/ 7017033 w 11269336"/>
              <a:gd name="connsiteY81" fmla="*/ 1510650 h 2323145"/>
              <a:gd name="connsiteX82" fmla="*/ 6995460 w 11269336"/>
              <a:gd name="connsiteY82" fmla="*/ 1511173 h 2323145"/>
              <a:gd name="connsiteX83" fmla="*/ 6962144 w 11269336"/>
              <a:gd name="connsiteY83" fmla="*/ 1541508 h 2323145"/>
              <a:gd name="connsiteX84" fmla="*/ 6910674 w 11269336"/>
              <a:gd name="connsiteY84" fmla="*/ 1554793 h 2323145"/>
              <a:gd name="connsiteX85" fmla="*/ 6732152 w 11269336"/>
              <a:gd name="connsiteY85" fmla="*/ 1642538 h 2323145"/>
              <a:gd name="connsiteX86" fmla="*/ 6694106 w 11269336"/>
              <a:gd name="connsiteY86" fmla="*/ 1632377 h 2323145"/>
              <a:gd name="connsiteX87" fmla="*/ 6617223 w 11269336"/>
              <a:gd name="connsiteY87" fmla="*/ 1659889 h 2323145"/>
              <a:gd name="connsiteX88" fmla="*/ 6521138 w 11269336"/>
              <a:gd name="connsiteY88" fmla="*/ 1744340 h 2323145"/>
              <a:gd name="connsiteX89" fmla="*/ 6380677 w 11269336"/>
              <a:gd name="connsiteY89" fmla="*/ 1796883 h 2323145"/>
              <a:gd name="connsiteX90" fmla="*/ 6374897 w 11269336"/>
              <a:gd name="connsiteY90" fmla="*/ 1809910 h 2323145"/>
              <a:gd name="connsiteX91" fmla="*/ 6364545 w 11269336"/>
              <a:gd name="connsiteY91" fmla="*/ 1820090 h 2323145"/>
              <a:gd name="connsiteX92" fmla="*/ 6362126 w 11269336"/>
              <a:gd name="connsiteY92" fmla="*/ 1819991 h 2323145"/>
              <a:gd name="connsiteX93" fmla="*/ 6346673 w 11269336"/>
              <a:gd name="connsiteY93" fmla="*/ 1827824 h 2323145"/>
              <a:gd name="connsiteX94" fmla="*/ 6345588 w 11269336"/>
              <a:gd name="connsiteY94" fmla="*/ 1832232 h 2323145"/>
              <a:gd name="connsiteX95" fmla="*/ 6335708 w 11269336"/>
              <a:gd name="connsiteY95" fmla="*/ 1838451 h 2323145"/>
              <a:gd name="connsiteX96" fmla="*/ 6318182 w 11269336"/>
              <a:gd name="connsiteY96" fmla="*/ 1852975 h 2323145"/>
              <a:gd name="connsiteX97" fmla="*/ 6313084 w 11269336"/>
              <a:gd name="connsiteY97" fmla="*/ 1853561 h 2323145"/>
              <a:gd name="connsiteX98" fmla="*/ 6283816 w 11269336"/>
              <a:gd name="connsiteY98" fmla="*/ 1872148 h 2323145"/>
              <a:gd name="connsiteX99" fmla="*/ 6282550 w 11269336"/>
              <a:gd name="connsiteY99" fmla="*/ 1871392 h 2323145"/>
              <a:gd name="connsiteX100" fmla="*/ 6270527 w 11269336"/>
              <a:gd name="connsiteY100" fmla="*/ 1872208 h 2323145"/>
              <a:gd name="connsiteX101" fmla="*/ 6249518 w 11269336"/>
              <a:gd name="connsiteY101" fmla="*/ 1876079 h 2323145"/>
              <a:gd name="connsiteX102" fmla="*/ 6190386 w 11269336"/>
              <a:gd name="connsiteY102" fmla="*/ 1872478 h 2323145"/>
              <a:gd name="connsiteX103" fmla="*/ 6159777 w 11269336"/>
              <a:gd name="connsiteY103" fmla="*/ 1891745 h 2323145"/>
              <a:gd name="connsiteX104" fmla="*/ 6153131 w 11269336"/>
              <a:gd name="connsiteY104" fmla="*/ 1895079 h 2323145"/>
              <a:gd name="connsiteX105" fmla="*/ 6152798 w 11269336"/>
              <a:gd name="connsiteY105" fmla="*/ 1894920 h 2323145"/>
              <a:gd name="connsiteX106" fmla="*/ 6145388 w 11269336"/>
              <a:gd name="connsiteY106" fmla="*/ 1897990 h 2323145"/>
              <a:gd name="connsiteX107" fmla="*/ 6141014 w 11269336"/>
              <a:gd name="connsiteY107" fmla="*/ 1901155 h 2323145"/>
              <a:gd name="connsiteX108" fmla="*/ 6128122 w 11269336"/>
              <a:gd name="connsiteY108" fmla="*/ 1907623 h 2323145"/>
              <a:gd name="connsiteX109" fmla="*/ 6122351 w 11269336"/>
              <a:gd name="connsiteY109" fmla="*/ 1908359 h 2323145"/>
              <a:gd name="connsiteX110" fmla="*/ 6064750 w 11269336"/>
              <a:gd name="connsiteY110" fmla="*/ 1896394 h 2323145"/>
              <a:gd name="connsiteX111" fmla="*/ 5964230 w 11269336"/>
              <a:gd name="connsiteY111" fmla="*/ 1910038 h 2323145"/>
              <a:gd name="connsiteX112" fmla="*/ 5865399 w 11269336"/>
              <a:gd name="connsiteY112" fmla="*/ 1926966 h 2323145"/>
              <a:gd name="connsiteX113" fmla="*/ 5829951 w 11269336"/>
              <a:gd name="connsiteY113" fmla="*/ 1934755 h 2323145"/>
              <a:gd name="connsiteX114" fmla="*/ 5765285 w 11269336"/>
              <a:gd name="connsiteY114" fmla="*/ 1941322 h 2323145"/>
              <a:gd name="connsiteX115" fmla="*/ 5734750 w 11269336"/>
              <a:gd name="connsiteY115" fmla="*/ 1939793 h 2323145"/>
              <a:gd name="connsiteX116" fmla="*/ 5733569 w 11269336"/>
              <a:gd name="connsiteY116" fmla="*/ 1940505 h 2323145"/>
              <a:gd name="connsiteX117" fmla="*/ 5730329 w 11269336"/>
              <a:gd name="connsiteY117" fmla="*/ 1937845 h 2323145"/>
              <a:gd name="connsiteX118" fmla="*/ 5724661 w 11269336"/>
              <a:gd name="connsiteY118" fmla="*/ 1937455 h 2323145"/>
              <a:gd name="connsiteX119" fmla="*/ 5710186 w 11269336"/>
              <a:gd name="connsiteY119" fmla="*/ 1941370 h 2323145"/>
              <a:gd name="connsiteX120" fmla="*/ 5704910 w 11269336"/>
              <a:gd name="connsiteY120" fmla="*/ 1943663 h 2323145"/>
              <a:gd name="connsiteX121" fmla="*/ 5696836 w 11269336"/>
              <a:gd name="connsiteY121" fmla="*/ 1945271 h 2323145"/>
              <a:gd name="connsiteX122" fmla="*/ 5696583 w 11269336"/>
              <a:gd name="connsiteY122" fmla="*/ 1945050 h 2323145"/>
              <a:gd name="connsiteX123" fmla="*/ 5689123 w 11269336"/>
              <a:gd name="connsiteY123" fmla="*/ 1947067 h 2323145"/>
              <a:gd name="connsiteX124" fmla="*/ 5653291 w 11269336"/>
              <a:gd name="connsiteY124" fmla="*/ 1960245 h 2323145"/>
              <a:gd name="connsiteX125" fmla="*/ 5599385 w 11269336"/>
              <a:gd name="connsiteY125" fmla="*/ 1945198 h 2323145"/>
              <a:gd name="connsiteX126" fmla="*/ 5578300 w 11269336"/>
              <a:gd name="connsiteY126" fmla="*/ 1944963 h 2323145"/>
              <a:gd name="connsiteX127" fmla="*/ 5566758 w 11269336"/>
              <a:gd name="connsiteY127" fmla="*/ 1943441 h 2323145"/>
              <a:gd name="connsiteX128" fmla="*/ 5565857 w 11269336"/>
              <a:gd name="connsiteY128" fmla="*/ 1942445 h 2323145"/>
              <a:gd name="connsiteX129" fmla="*/ 5531534 w 11269336"/>
              <a:gd name="connsiteY129" fmla="*/ 1955208 h 2323145"/>
              <a:gd name="connsiteX130" fmla="*/ 5526552 w 11269336"/>
              <a:gd name="connsiteY130" fmla="*/ 1954799 h 2323145"/>
              <a:gd name="connsiteX131" fmla="*/ 5504723 w 11269336"/>
              <a:gd name="connsiteY131" fmla="*/ 1965811 h 2323145"/>
              <a:gd name="connsiteX132" fmla="*/ 5493156 w 11269336"/>
              <a:gd name="connsiteY132" fmla="*/ 1970063 h 2323145"/>
              <a:gd name="connsiteX133" fmla="*/ 5490486 w 11269336"/>
              <a:gd name="connsiteY133" fmla="*/ 1974227 h 2323145"/>
              <a:gd name="connsiteX134" fmla="*/ 5473107 w 11269336"/>
              <a:gd name="connsiteY134" fmla="*/ 1979001 h 2323145"/>
              <a:gd name="connsiteX135" fmla="*/ 5470885 w 11269336"/>
              <a:gd name="connsiteY135" fmla="*/ 1978432 h 2323145"/>
              <a:gd name="connsiteX136" fmla="*/ 5457393 w 11269336"/>
              <a:gd name="connsiteY136" fmla="*/ 1986525 h 2323145"/>
              <a:gd name="connsiteX137" fmla="*/ 5447102 w 11269336"/>
              <a:gd name="connsiteY137" fmla="*/ 1998329 h 2323145"/>
              <a:gd name="connsiteX138" fmla="*/ 5159151 w 11269336"/>
              <a:gd name="connsiteY138" fmla="*/ 2029640 h 2323145"/>
              <a:gd name="connsiteX139" fmla="*/ 5041688 w 11269336"/>
              <a:gd name="connsiteY139" fmla="*/ 2022334 h 2323145"/>
              <a:gd name="connsiteX140" fmla="*/ 4860988 w 11269336"/>
              <a:gd name="connsiteY140" fmla="*/ 2135698 h 2323145"/>
              <a:gd name="connsiteX141" fmla="*/ 4807902 w 11269336"/>
              <a:gd name="connsiteY141" fmla="*/ 2138894 h 2323145"/>
              <a:gd name="connsiteX142" fmla="*/ 4765388 w 11269336"/>
              <a:gd name="connsiteY142" fmla="*/ 2162525 h 2323145"/>
              <a:gd name="connsiteX143" fmla="*/ 4745033 w 11269336"/>
              <a:gd name="connsiteY143" fmla="*/ 2158859 h 2323145"/>
              <a:gd name="connsiteX144" fmla="*/ 4741475 w 11269336"/>
              <a:gd name="connsiteY144" fmla="*/ 2157998 h 2323145"/>
              <a:gd name="connsiteX145" fmla="*/ 4728247 w 11269336"/>
              <a:gd name="connsiteY145" fmla="*/ 2159526 h 2323145"/>
              <a:gd name="connsiteX146" fmla="*/ 4723263 w 11269336"/>
              <a:gd name="connsiteY146" fmla="*/ 2153742 h 2323145"/>
              <a:gd name="connsiteX147" fmla="*/ 4702453 w 11269336"/>
              <a:gd name="connsiteY147" fmla="*/ 2151586 h 2323145"/>
              <a:gd name="connsiteX148" fmla="*/ 4678455 w 11269336"/>
              <a:gd name="connsiteY148" fmla="*/ 2156131 h 2323145"/>
              <a:gd name="connsiteX149" fmla="*/ 4593061 w 11269336"/>
              <a:gd name="connsiteY149" fmla="*/ 2171597 h 2323145"/>
              <a:gd name="connsiteX150" fmla="*/ 4579902 w 11269336"/>
              <a:gd name="connsiteY150" fmla="*/ 2177927 h 2323145"/>
              <a:gd name="connsiteX151" fmla="*/ 4533444 w 11269336"/>
              <a:gd name="connsiteY151" fmla="*/ 2181200 h 2323145"/>
              <a:gd name="connsiteX152" fmla="*/ 4492832 w 11269336"/>
              <a:gd name="connsiteY152" fmla="*/ 2188033 h 2323145"/>
              <a:gd name="connsiteX153" fmla="*/ 4467257 w 11269336"/>
              <a:gd name="connsiteY153" fmla="*/ 2196121 h 2323145"/>
              <a:gd name="connsiteX154" fmla="*/ 4459937 w 11269336"/>
              <a:gd name="connsiteY154" fmla="*/ 2195182 h 2323145"/>
              <a:gd name="connsiteX155" fmla="*/ 4433312 w 11269336"/>
              <a:gd name="connsiteY155" fmla="*/ 2199004 h 2323145"/>
              <a:gd name="connsiteX156" fmla="*/ 4420601 w 11269336"/>
              <a:gd name="connsiteY156" fmla="*/ 2205158 h 2323145"/>
              <a:gd name="connsiteX157" fmla="*/ 4405765 w 11269336"/>
              <a:gd name="connsiteY157" fmla="*/ 2199902 h 2323145"/>
              <a:gd name="connsiteX158" fmla="*/ 4401354 w 11269336"/>
              <a:gd name="connsiteY158" fmla="*/ 2194745 h 2323145"/>
              <a:gd name="connsiteX159" fmla="*/ 4383151 w 11269336"/>
              <a:gd name="connsiteY159" fmla="*/ 2201140 h 2323145"/>
              <a:gd name="connsiteX160" fmla="*/ 4366646 w 11269336"/>
              <a:gd name="connsiteY160" fmla="*/ 2198564 h 2323145"/>
              <a:gd name="connsiteX161" fmla="*/ 4354009 w 11269336"/>
              <a:gd name="connsiteY161" fmla="*/ 2204984 h 2323145"/>
              <a:gd name="connsiteX162" fmla="*/ 4348284 w 11269336"/>
              <a:gd name="connsiteY162" fmla="*/ 2205270 h 2323145"/>
              <a:gd name="connsiteX163" fmla="*/ 4333906 w 11269336"/>
              <a:gd name="connsiteY163" fmla="*/ 2205251 h 2323145"/>
              <a:gd name="connsiteX164" fmla="*/ 4308819 w 11269336"/>
              <a:gd name="connsiteY164" fmla="*/ 2203822 h 2323145"/>
              <a:gd name="connsiteX165" fmla="*/ 4301210 w 11269336"/>
              <a:gd name="connsiteY165" fmla="*/ 2204456 h 2323145"/>
              <a:gd name="connsiteX166" fmla="*/ 4283095 w 11269336"/>
              <a:gd name="connsiteY166" fmla="*/ 2198177 h 2323145"/>
              <a:gd name="connsiteX167" fmla="*/ 4250119 w 11269336"/>
              <a:gd name="connsiteY167" fmla="*/ 2196342 h 2323145"/>
              <a:gd name="connsiteX168" fmla="*/ 4189203 w 11269336"/>
              <a:gd name="connsiteY168" fmla="*/ 2178994 h 2323145"/>
              <a:gd name="connsiteX169" fmla="*/ 4154035 w 11269336"/>
              <a:gd name="connsiteY169" fmla="*/ 2171950 h 2323145"/>
              <a:gd name="connsiteX170" fmla="*/ 4129569 w 11269336"/>
              <a:gd name="connsiteY170" fmla="*/ 2163850 h 2323145"/>
              <a:gd name="connsiteX171" fmla="*/ 4061250 w 11269336"/>
              <a:gd name="connsiteY171" fmla="*/ 2159236 h 2323145"/>
              <a:gd name="connsiteX172" fmla="*/ 3945480 w 11269336"/>
              <a:gd name="connsiteY172" fmla="*/ 2158279 h 2323145"/>
              <a:gd name="connsiteX173" fmla="*/ 3921468 w 11269336"/>
              <a:gd name="connsiteY173" fmla="*/ 2156588 h 2323145"/>
              <a:gd name="connsiteX174" fmla="*/ 3903348 w 11269336"/>
              <a:gd name="connsiteY174" fmla="*/ 2149220 h 2323145"/>
              <a:gd name="connsiteX175" fmla="*/ 3901342 w 11269336"/>
              <a:gd name="connsiteY175" fmla="*/ 2142355 h 2323145"/>
              <a:gd name="connsiteX176" fmla="*/ 3888539 w 11269336"/>
              <a:gd name="connsiteY176" fmla="*/ 2140476 h 2323145"/>
              <a:gd name="connsiteX177" fmla="*/ 3885662 w 11269336"/>
              <a:gd name="connsiteY177" fmla="*/ 2138740 h 2323145"/>
              <a:gd name="connsiteX178" fmla="*/ 3868627 w 11269336"/>
              <a:gd name="connsiteY178" fmla="*/ 2130023 h 2323145"/>
              <a:gd name="connsiteX179" fmla="*/ 3819177 w 11269336"/>
              <a:gd name="connsiteY179" fmla="*/ 2142111 h 2323145"/>
              <a:gd name="connsiteX180" fmla="*/ 3769100 w 11269336"/>
              <a:gd name="connsiteY180" fmla="*/ 2131731 h 2323145"/>
              <a:gd name="connsiteX181" fmla="*/ 3562752 w 11269336"/>
              <a:gd name="connsiteY181" fmla="*/ 2131785 h 2323145"/>
              <a:gd name="connsiteX182" fmla="*/ 3541402 w 11269336"/>
              <a:gd name="connsiteY182" fmla="*/ 2106821 h 2323145"/>
              <a:gd name="connsiteX183" fmla="*/ 3365341 w 11269336"/>
              <a:gd name="connsiteY183" fmla="*/ 2077638 h 2323145"/>
              <a:gd name="connsiteX184" fmla="*/ 3170922 w 11269336"/>
              <a:gd name="connsiteY184" fmla="*/ 2115957 h 2323145"/>
              <a:gd name="connsiteX185" fmla="*/ 3156256 w 11269336"/>
              <a:gd name="connsiteY185" fmla="*/ 2124773 h 2323145"/>
              <a:gd name="connsiteX186" fmla="*/ 3140298 w 11269336"/>
              <a:gd name="connsiteY186" fmla="*/ 2129182 h 2323145"/>
              <a:gd name="connsiteX187" fmla="*/ 3138514 w 11269336"/>
              <a:gd name="connsiteY187" fmla="*/ 2128069 h 2323145"/>
              <a:gd name="connsiteX188" fmla="*/ 3120467 w 11269336"/>
              <a:gd name="connsiteY188" fmla="*/ 2128281 h 2323145"/>
              <a:gd name="connsiteX189" fmla="*/ 3116175 w 11269336"/>
              <a:gd name="connsiteY189" fmla="*/ 2131633 h 2323145"/>
              <a:gd name="connsiteX190" fmla="*/ 3103685 w 11269336"/>
              <a:gd name="connsiteY190" fmla="*/ 2132814 h 2323145"/>
              <a:gd name="connsiteX191" fmla="*/ 3078794 w 11269336"/>
              <a:gd name="connsiteY191" fmla="*/ 2137935 h 2323145"/>
              <a:gd name="connsiteX192" fmla="*/ 3074407 w 11269336"/>
              <a:gd name="connsiteY192" fmla="*/ 2136274 h 2323145"/>
              <a:gd name="connsiteX193" fmla="*/ 3037285 w 11269336"/>
              <a:gd name="connsiteY193" fmla="*/ 2139919 h 2323145"/>
              <a:gd name="connsiteX194" fmla="*/ 3036901 w 11269336"/>
              <a:gd name="connsiteY194" fmla="*/ 2138726 h 2323145"/>
              <a:gd name="connsiteX195" fmla="*/ 3026996 w 11269336"/>
              <a:gd name="connsiteY195" fmla="*/ 2134322 h 2323145"/>
              <a:gd name="connsiteX196" fmla="*/ 3007772 w 11269336"/>
              <a:gd name="connsiteY196" fmla="*/ 2128742 h 2323145"/>
              <a:gd name="connsiteX197" fmla="*/ 2965030 w 11269336"/>
              <a:gd name="connsiteY197" fmla="*/ 2100494 h 2323145"/>
              <a:gd name="connsiteX198" fmla="*/ 2926342 w 11269336"/>
              <a:gd name="connsiteY198" fmla="*/ 2104155 h 2323145"/>
              <a:gd name="connsiteX199" fmla="*/ 2918608 w 11269336"/>
              <a:gd name="connsiteY199" fmla="*/ 2104215 h 2323145"/>
              <a:gd name="connsiteX200" fmla="*/ 2918475 w 11269336"/>
              <a:gd name="connsiteY200" fmla="*/ 2103937 h 2323145"/>
              <a:gd name="connsiteX201" fmla="*/ 2910360 w 11269336"/>
              <a:gd name="connsiteY201" fmla="*/ 2103444 h 2323145"/>
              <a:gd name="connsiteX202" fmla="*/ 2904507 w 11269336"/>
              <a:gd name="connsiteY202" fmla="*/ 2104326 h 2323145"/>
              <a:gd name="connsiteX203" fmla="*/ 2889503 w 11269336"/>
              <a:gd name="connsiteY203" fmla="*/ 2104443 h 2323145"/>
              <a:gd name="connsiteX204" fmla="*/ 2884480 w 11269336"/>
              <a:gd name="connsiteY204" fmla="*/ 2102626 h 2323145"/>
              <a:gd name="connsiteX205" fmla="*/ 2882689 w 11269336"/>
              <a:gd name="connsiteY205" fmla="*/ 2099228 h 2323145"/>
              <a:gd name="connsiteX206" fmla="*/ 2881291 w 11269336"/>
              <a:gd name="connsiteY206" fmla="*/ 2099618 h 2323145"/>
              <a:gd name="connsiteX207" fmla="*/ 2853979 w 11269336"/>
              <a:gd name="connsiteY207" fmla="*/ 2090388 h 2323145"/>
              <a:gd name="connsiteX208" fmla="*/ 2791790 w 11269336"/>
              <a:gd name="connsiteY208" fmla="*/ 2080332 h 2323145"/>
              <a:gd name="connsiteX209" fmla="*/ 2755844 w 11269336"/>
              <a:gd name="connsiteY209" fmla="*/ 2078874 h 2323145"/>
              <a:gd name="connsiteX210" fmla="*/ 2657742 w 11269336"/>
              <a:gd name="connsiteY210" fmla="*/ 2070179 h 2323145"/>
              <a:gd name="connsiteX211" fmla="*/ 2559549 w 11269336"/>
              <a:gd name="connsiteY211" fmla="*/ 2057873 h 2323145"/>
              <a:gd name="connsiteX212" fmla="*/ 2512054 w 11269336"/>
              <a:gd name="connsiteY212" fmla="*/ 2031671 h 2323145"/>
              <a:gd name="connsiteX213" fmla="*/ 2506437 w 11269336"/>
              <a:gd name="connsiteY213" fmla="*/ 2030918 h 2323145"/>
              <a:gd name="connsiteX214" fmla="*/ 2491752 w 11269336"/>
              <a:gd name="connsiteY214" fmla="*/ 2033906 h 2323145"/>
              <a:gd name="connsiteX215" fmla="*/ 2486338 w 11269336"/>
              <a:gd name="connsiteY215" fmla="*/ 2035862 h 2323145"/>
              <a:gd name="connsiteX216" fmla="*/ 2478186 w 11269336"/>
              <a:gd name="connsiteY216" fmla="*/ 2036953 h 2323145"/>
              <a:gd name="connsiteX217" fmla="*/ 2477950 w 11269336"/>
              <a:gd name="connsiteY217" fmla="*/ 2036715 h 2323145"/>
              <a:gd name="connsiteX218" fmla="*/ 2470381 w 11269336"/>
              <a:gd name="connsiteY218" fmla="*/ 2038256 h 2323145"/>
              <a:gd name="connsiteX219" fmla="*/ 2433781 w 11269336"/>
              <a:gd name="connsiteY219" fmla="*/ 2049140 h 2323145"/>
              <a:gd name="connsiteX220" fmla="*/ 2381172 w 11269336"/>
              <a:gd name="connsiteY220" fmla="*/ 2030645 h 2323145"/>
              <a:gd name="connsiteX221" fmla="*/ 2360198 w 11269336"/>
              <a:gd name="connsiteY221" fmla="*/ 2029059 h 2323145"/>
              <a:gd name="connsiteX222" fmla="*/ 2348815 w 11269336"/>
              <a:gd name="connsiteY222" fmla="*/ 2026798 h 2323145"/>
              <a:gd name="connsiteX223" fmla="*/ 2347988 w 11269336"/>
              <a:gd name="connsiteY223" fmla="*/ 2025745 h 2323145"/>
              <a:gd name="connsiteX224" fmla="*/ 2312920 w 11269336"/>
              <a:gd name="connsiteY224" fmla="*/ 2036311 h 2323145"/>
              <a:gd name="connsiteX225" fmla="*/ 2307986 w 11269336"/>
              <a:gd name="connsiteY225" fmla="*/ 2035583 h 2323145"/>
              <a:gd name="connsiteX226" fmla="*/ 2285481 w 11269336"/>
              <a:gd name="connsiteY226" fmla="*/ 2045197 h 2323145"/>
              <a:gd name="connsiteX227" fmla="*/ 2273666 w 11269336"/>
              <a:gd name="connsiteY227" fmla="*/ 2048710 h 2323145"/>
              <a:gd name="connsiteX228" fmla="*/ 2270719 w 11269336"/>
              <a:gd name="connsiteY228" fmla="*/ 2052702 h 2323145"/>
              <a:gd name="connsiteX229" fmla="*/ 2253080 w 11269336"/>
              <a:gd name="connsiteY229" fmla="*/ 2056363 h 2323145"/>
              <a:gd name="connsiteX230" fmla="*/ 2250906 w 11269336"/>
              <a:gd name="connsiteY230" fmla="*/ 2055654 h 2323145"/>
              <a:gd name="connsiteX231" fmla="*/ 2236905 w 11269336"/>
              <a:gd name="connsiteY231" fmla="*/ 2062882 h 2323145"/>
              <a:gd name="connsiteX232" fmla="*/ 2225830 w 11269336"/>
              <a:gd name="connsiteY232" fmla="*/ 2074027 h 2323145"/>
              <a:gd name="connsiteX233" fmla="*/ 2073776 w 11269336"/>
              <a:gd name="connsiteY233" fmla="*/ 2089244 h 2323145"/>
              <a:gd name="connsiteX234" fmla="*/ 1948256 w 11269336"/>
              <a:gd name="connsiteY234" fmla="*/ 2146616 h 2323145"/>
              <a:gd name="connsiteX235" fmla="*/ 1865582 w 11269336"/>
              <a:gd name="connsiteY235" fmla="*/ 2153738 h 2323145"/>
              <a:gd name="connsiteX236" fmla="*/ 1835210 w 11269336"/>
              <a:gd name="connsiteY236" fmla="*/ 2134244 h 2323145"/>
              <a:gd name="connsiteX237" fmla="*/ 1632661 w 11269336"/>
              <a:gd name="connsiteY237" fmla="*/ 2173882 h 2323145"/>
              <a:gd name="connsiteX238" fmla="*/ 1579590 w 11269336"/>
              <a:gd name="connsiteY238" fmla="*/ 2173680 h 2323145"/>
              <a:gd name="connsiteX239" fmla="*/ 1535601 w 11269336"/>
              <a:gd name="connsiteY239" fmla="*/ 2194590 h 2323145"/>
              <a:gd name="connsiteX240" fmla="*/ 1515594 w 11269336"/>
              <a:gd name="connsiteY240" fmla="*/ 2189622 h 2323145"/>
              <a:gd name="connsiteX241" fmla="*/ 1512113 w 11269336"/>
              <a:gd name="connsiteY241" fmla="*/ 2188534 h 2323145"/>
              <a:gd name="connsiteX242" fmla="*/ 1498838 w 11269336"/>
              <a:gd name="connsiteY242" fmla="*/ 2189213 h 2323145"/>
              <a:gd name="connsiteX243" fmla="*/ 1494279 w 11269336"/>
              <a:gd name="connsiteY243" fmla="*/ 2183112 h 2323145"/>
              <a:gd name="connsiteX244" fmla="*/ 1473714 w 11269336"/>
              <a:gd name="connsiteY244" fmla="*/ 2179625 h 2323145"/>
              <a:gd name="connsiteX245" fmla="*/ 1449503 w 11269336"/>
              <a:gd name="connsiteY245" fmla="*/ 2182633 h 2323145"/>
              <a:gd name="connsiteX246" fmla="*/ 1266687 w 11269336"/>
              <a:gd name="connsiteY246" fmla="*/ 2212688 h 2323145"/>
              <a:gd name="connsiteX247" fmla="*/ 1239614 w 11269336"/>
              <a:gd name="connsiteY247" fmla="*/ 2209727 h 2323145"/>
              <a:gd name="connsiteX248" fmla="*/ 1202436 w 11269336"/>
              <a:gd name="connsiteY248" fmla="*/ 2209817 h 2323145"/>
              <a:gd name="connsiteX249" fmla="*/ 1136097 w 11269336"/>
              <a:gd name="connsiteY249" fmla="*/ 2205112 h 2323145"/>
              <a:gd name="connsiteX250" fmla="*/ 988232 w 11269336"/>
              <a:gd name="connsiteY250" fmla="*/ 2235635 h 2323145"/>
              <a:gd name="connsiteX251" fmla="*/ 981959 w 11269336"/>
              <a:gd name="connsiteY251" fmla="*/ 2231607 h 2323145"/>
              <a:gd name="connsiteX252" fmla="*/ 938600 w 11269336"/>
              <a:gd name="connsiteY252" fmla="*/ 2238113 h 2323145"/>
              <a:gd name="connsiteX253" fmla="*/ 791788 w 11269336"/>
              <a:gd name="connsiteY253" fmla="*/ 2293224 h 2323145"/>
              <a:gd name="connsiteX254" fmla="*/ 706914 w 11269336"/>
              <a:gd name="connsiteY254" fmla="*/ 2305046 h 2323145"/>
              <a:gd name="connsiteX255" fmla="*/ 675971 w 11269336"/>
              <a:gd name="connsiteY255" fmla="*/ 2304030 h 2323145"/>
              <a:gd name="connsiteX256" fmla="*/ 624180 w 11269336"/>
              <a:gd name="connsiteY256" fmla="*/ 2302650 h 2323145"/>
              <a:gd name="connsiteX257" fmla="*/ 583453 w 11269336"/>
              <a:gd name="connsiteY257" fmla="*/ 2288788 h 2323145"/>
              <a:gd name="connsiteX258" fmla="*/ 540946 w 11269336"/>
              <a:gd name="connsiteY258" fmla="*/ 2292721 h 2323145"/>
              <a:gd name="connsiteX259" fmla="*/ 533680 w 11269336"/>
              <a:gd name="connsiteY259" fmla="*/ 2310233 h 2323145"/>
              <a:gd name="connsiteX260" fmla="*/ 487366 w 11269336"/>
              <a:gd name="connsiteY260" fmla="*/ 2309053 h 2323145"/>
              <a:gd name="connsiteX261" fmla="*/ 416820 w 11269336"/>
              <a:gd name="connsiteY261" fmla="*/ 2305443 h 2323145"/>
              <a:gd name="connsiteX262" fmla="*/ 376805 w 11269336"/>
              <a:gd name="connsiteY262" fmla="*/ 2307647 h 2323145"/>
              <a:gd name="connsiteX263" fmla="*/ 266777 w 11269336"/>
              <a:gd name="connsiteY263" fmla="*/ 2309012 h 2323145"/>
              <a:gd name="connsiteX264" fmla="*/ 156013 w 11269336"/>
              <a:gd name="connsiteY264" fmla="*/ 2306832 h 2323145"/>
              <a:gd name="connsiteX265" fmla="*/ 87258 w 11269336"/>
              <a:gd name="connsiteY265" fmla="*/ 2285511 h 2323145"/>
              <a:gd name="connsiteX266" fmla="*/ 23798 w 11269336"/>
              <a:gd name="connsiteY266" fmla="*/ 2281822 h 2323145"/>
              <a:gd name="connsiteX267" fmla="*/ 0 w 11269336"/>
              <a:gd name="connsiteY267" fmla="*/ 2285369 h 2323145"/>
              <a:gd name="connsiteX268" fmla="*/ 0 w 11269336"/>
              <a:gd name="connsiteY26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795998 w 11269336"/>
              <a:gd name="connsiteY32" fmla="*/ 863337 h 2323145"/>
              <a:gd name="connsiteX33" fmla="*/ 8776970 w 11269336"/>
              <a:gd name="connsiteY33" fmla="*/ 885177 h 2323145"/>
              <a:gd name="connsiteX34" fmla="*/ 8755719 w 11269336"/>
              <a:gd name="connsiteY34" fmla="*/ 889754 h 2323145"/>
              <a:gd name="connsiteX35" fmla="*/ 8743257 w 11269336"/>
              <a:gd name="connsiteY35" fmla="*/ 904723 h 2323145"/>
              <a:gd name="connsiteX36" fmla="*/ 8721366 w 11269336"/>
              <a:gd name="connsiteY36" fmla="*/ 904711 h 2323145"/>
              <a:gd name="connsiteX37" fmla="*/ 8678353 w 11269336"/>
              <a:gd name="connsiteY37" fmla="*/ 926318 h 2323145"/>
              <a:gd name="connsiteX38" fmla="*/ 8636849 w 11269336"/>
              <a:gd name="connsiteY38" fmla="*/ 937900 h 2323145"/>
              <a:gd name="connsiteX39" fmla="*/ 8620213 w 11269336"/>
              <a:gd name="connsiteY39" fmla="*/ 943068 h 2323145"/>
              <a:gd name="connsiteX40" fmla="*/ 8612581 w 11269336"/>
              <a:gd name="connsiteY40" fmla="*/ 952695 h 2323145"/>
              <a:gd name="connsiteX41" fmla="*/ 8589038 w 11269336"/>
              <a:gd name="connsiteY41" fmla="*/ 963892 h 2323145"/>
              <a:gd name="connsiteX42" fmla="*/ 8579950 w 11269336"/>
              <a:gd name="connsiteY42" fmla="*/ 960899 h 2323145"/>
              <a:gd name="connsiteX43" fmla="*/ 8579319 w 11269336"/>
              <a:gd name="connsiteY43" fmla="*/ 965630 h 2323145"/>
              <a:gd name="connsiteX44" fmla="*/ 8547429 w 11269336"/>
              <a:gd name="connsiteY44" fmla="*/ 984506 h 2323145"/>
              <a:gd name="connsiteX45" fmla="*/ 8478704 w 11269336"/>
              <a:gd name="connsiteY45" fmla="*/ 1025490 h 2323145"/>
              <a:gd name="connsiteX46" fmla="*/ 8461421 w 11269336"/>
              <a:gd name="connsiteY46" fmla="*/ 1035512 h 2323145"/>
              <a:gd name="connsiteX47" fmla="*/ 8445003 w 11269336"/>
              <a:gd name="connsiteY47" fmla="*/ 1036851 h 2323145"/>
              <a:gd name="connsiteX48" fmla="*/ 8357350 w 11269336"/>
              <a:gd name="connsiteY48" fmla="*/ 1060213 h 2323145"/>
              <a:gd name="connsiteX49" fmla="*/ 8335565 w 11269336"/>
              <a:gd name="connsiteY49" fmla="*/ 1061151 h 2323145"/>
              <a:gd name="connsiteX50" fmla="*/ 8325267 w 11269336"/>
              <a:gd name="connsiteY50" fmla="*/ 1055919 h 2323145"/>
              <a:gd name="connsiteX51" fmla="*/ 8293586 w 11269336"/>
              <a:gd name="connsiteY51" fmla="*/ 1076144 h 2323145"/>
              <a:gd name="connsiteX52" fmla="*/ 8242405 w 11269336"/>
              <a:gd name="connsiteY52" fmla="*/ 1095960 h 2323145"/>
              <a:gd name="connsiteX53" fmla="*/ 8197391 w 11269336"/>
              <a:gd name="connsiteY53" fmla="*/ 1107746 h 2323145"/>
              <a:gd name="connsiteX54" fmla="*/ 8081474 w 11269336"/>
              <a:gd name="connsiteY54" fmla="*/ 1130125 h 2323145"/>
              <a:gd name="connsiteX55" fmla="*/ 8053585 w 11269336"/>
              <a:gd name="connsiteY55" fmla="*/ 1129169 h 2323145"/>
              <a:gd name="connsiteX56" fmla="*/ 8038422 w 11269336"/>
              <a:gd name="connsiteY56" fmla="*/ 1119092 h 2323145"/>
              <a:gd name="connsiteX57" fmla="*/ 8029450 w 11269336"/>
              <a:gd name="connsiteY57" fmla="*/ 1125592 h 2323145"/>
              <a:gd name="connsiteX58" fmla="*/ 7959552 w 11269336"/>
              <a:gd name="connsiteY58" fmla="*/ 1140188 h 2323145"/>
              <a:gd name="connsiteX59" fmla="*/ 7914188 w 11269336"/>
              <a:gd name="connsiteY59" fmla="*/ 1150862 h 2323145"/>
              <a:gd name="connsiteX60" fmla="*/ 7914918 w 11269336"/>
              <a:gd name="connsiteY60" fmla="*/ 1168758 h 2323145"/>
              <a:gd name="connsiteX61" fmla="*/ 7875510 w 11269336"/>
              <a:gd name="connsiteY61" fmla="*/ 1183153 h 2323145"/>
              <a:gd name="connsiteX62" fmla="*/ 7829932 w 11269336"/>
              <a:gd name="connsiteY62" fmla="*/ 1180782 h 2323145"/>
              <a:gd name="connsiteX63" fmla="*/ 7779182 w 11269336"/>
              <a:gd name="connsiteY63" fmla="*/ 1192665 h 2323145"/>
              <a:gd name="connsiteX64" fmla="*/ 7748774 w 11269336"/>
              <a:gd name="connsiteY64" fmla="*/ 1199586 h 2323145"/>
              <a:gd name="connsiteX65" fmla="*/ 7671846 w 11269336"/>
              <a:gd name="connsiteY65" fmla="*/ 1231966 h 2323145"/>
              <a:gd name="connsiteX66" fmla="*/ 7554146 w 11269336"/>
              <a:gd name="connsiteY66" fmla="*/ 1319748 h 2323145"/>
              <a:gd name="connsiteX67" fmla="*/ 7515052 w 11269336"/>
              <a:gd name="connsiteY67" fmla="*/ 1336718 h 2323145"/>
              <a:gd name="connsiteX68" fmla="*/ 7507193 w 11269336"/>
              <a:gd name="connsiteY68" fmla="*/ 1334617 h 2323145"/>
              <a:gd name="connsiteX69" fmla="*/ 7461694 w 11269336"/>
              <a:gd name="connsiteY69" fmla="*/ 1375866 h 2323145"/>
              <a:gd name="connsiteX70" fmla="*/ 7377571 w 11269336"/>
              <a:gd name="connsiteY70" fmla="*/ 1400128 h 2323145"/>
              <a:gd name="connsiteX71" fmla="*/ 7311261 w 11269336"/>
              <a:gd name="connsiteY71" fmla="*/ 1412652 h 2323145"/>
              <a:gd name="connsiteX72" fmla="*/ 7275307 w 11269336"/>
              <a:gd name="connsiteY72" fmla="*/ 1422171 h 2323145"/>
              <a:gd name="connsiteX73" fmla="*/ 7247783 w 11269336"/>
              <a:gd name="connsiteY73" fmla="*/ 1426330 h 2323145"/>
              <a:gd name="connsiteX74" fmla="*/ 7185047 w 11269336"/>
              <a:gd name="connsiteY74" fmla="*/ 1451812 h 2323145"/>
              <a:gd name="connsiteX75" fmla="*/ 7084117 w 11269336"/>
              <a:gd name="connsiteY75" fmla="*/ 1500281 h 2323145"/>
              <a:gd name="connsiteX76" fmla="*/ 7062011 w 11269336"/>
              <a:gd name="connsiteY76" fmla="*/ 1509183 h 2323145"/>
              <a:gd name="connsiteX77" fmla="*/ 7040555 w 11269336"/>
              <a:gd name="connsiteY77" fmla="*/ 1511207 h 2323145"/>
              <a:gd name="connsiteX78" fmla="*/ 7033438 w 11269336"/>
              <a:gd name="connsiteY78" fmla="*/ 1506772 h 2323145"/>
              <a:gd name="connsiteX79" fmla="*/ 7020886 w 11269336"/>
              <a:gd name="connsiteY79" fmla="*/ 1510764 h 2323145"/>
              <a:gd name="connsiteX80" fmla="*/ 7017033 w 11269336"/>
              <a:gd name="connsiteY80" fmla="*/ 1510650 h 2323145"/>
              <a:gd name="connsiteX81" fmla="*/ 6995460 w 11269336"/>
              <a:gd name="connsiteY81" fmla="*/ 1511173 h 2323145"/>
              <a:gd name="connsiteX82" fmla="*/ 6962144 w 11269336"/>
              <a:gd name="connsiteY82" fmla="*/ 1541508 h 2323145"/>
              <a:gd name="connsiteX83" fmla="*/ 6910674 w 11269336"/>
              <a:gd name="connsiteY83" fmla="*/ 1554793 h 2323145"/>
              <a:gd name="connsiteX84" fmla="*/ 6732152 w 11269336"/>
              <a:gd name="connsiteY84" fmla="*/ 1642538 h 2323145"/>
              <a:gd name="connsiteX85" fmla="*/ 6694106 w 11269336"/>
              <a:gd name="connsiteY85" fmla="*/ 1632377 h 2323145"/>
              <a:gd name="connsiteX86" fmla="*/ 6617223 w 11269336"/>
              <a:gd name="connsiteY86" fmla="*/ 1659889 h 2323145"/>
              <a:gd name="connsiteX87" fmla="*/ 6521138 w 11269336"/>
              <a:gd name="connsiteY87" fmla="*/ 1744340 h 2323145"/>
              <a:gd name="connsiteX88" fmla="*/ 6380677 w 11269336"/>
              <a:gd name="connsiteY88" fmla="*/ 1796883 h 2323145"/>
              <a:gd name="connsiteX89" fmla="*/ 6374897 w 11269336"/>
              <a:gd name="connsiteY89" fmla="*/ 1809910 h 2323145"/>
              <a:gd name="connsiteX90" fmla="*/ 6364545 w 11269336"/>
              <a:gd name="connsiteY90" fmla="*/ 1820090 h 2323145"/>
              <a:gd name="connsiteX91" fmla="*/ 6362126 w 11269336"/>
              <a:gd name="connsiteY91" fmla="*/ 1819991 h 2323145"/>
              <a:gd name="connsiteX92" fmla="*/ 6346673 w 11269336"/>
              <a:gd name="connsiteY92" fmla="*/ 1827824 h 2323145"/>
              <a:gd name="connsiteX93" fmla="*/ 6345588 w 11269336"/>
              <a:gd name="connsiteY93" fmla="*/ 1832232 h 2323145"/>
              <a:gd name="connsiteX94" fmla="*/ 6335708 w 11269336"/>
              <a:gd name="connsiteY94" fmla="*/ 1838451 h 2323145"/>
              <a:gd name="connsiteX95" fmla="*/ 6318182 w 11269336"/>
              <a:gd name="connsiteY95" fmla="*/ 1852975 h 2323145"/>
              <a:gd name="connsiteX96" fmla="*/ 6313084 w 11269336"/>
              <a:gd name="connsiteY96" fmla="*/ 1853561 h 2323145"/>
              <a:gd name="connsiteX97" fmla="*/ 6283816 w 11269336"/>
              <a:gd name="connsiteY97" fmla="*/ 1872148 h 2323145"/>
              <a:gd name="connsiteX98" fmla="*/ 6282550 w 11269336"/>
              <a:gd name="connsiteY98" fmla="*/ 1871392 h 2323145"/>
              <a:gd name="connsiteX99" fmla="*/ 6270527 w 11269336"/>
              <a:gd name="connsiteY99" fmla="*/ 1872208 h 2323145"/>
              <a:gd name="connsiteX100" fmla="*/ 6249518 w 11269336"/>
              <a:gd name="connsiteY100" fmla="*/ 1876079 h 2323145"/>
              <a:gd name="connsiteX101" fmla="*/ 6190386 w 11269336"/>
              <a:gd name="connsiteY101" fmla="*/ 1872478 h 2323145"/>
              <a:gd name="connsiteX102" fmla="*/ 6159777 w 11269336"/>
              <a:gd name="connsiteY102" fmla="*/ 1891745 h 2323145"/>
              <a:gd name="connsiteX103" fmla="*/ 6153131 w 11269336"/>
              <a:gd name="connsiteY103" fmla="*/ 1895079 h 2323145"/>
              <a:gd name="connsiteX104" fmla="*/ 6152798 w 11269336"/>
              <a:gd name="connsiteY104" fmla="*/ 1894920 h 2323145"/>
              <a:gd name="connsiteX105" fmla="*/ 6145388 w 11269336"/>
              <a:gd name="connsiteY105" fmla="*/ 1897990 h 2323145"/>
              <a:gd name="connsiteX106" fmla="*/ 6141014 w 11269336"/>
              <a:gd name="connsiteY106" fmla="*/ 1901155 h 2323145"/>
              <a:gd name="connsiteX107" fmla="*/ 6128122 w 11269336"/>
              <a:gd name="connsiteY107" fmla="*/ 1907623 h 2323145"/>
              <a:gd name="connsiteX108" fmla="*/ 6122351 w 11269336"/>
              <a:gd name="connsiteY108" fmla="*/ 1908359 h 2323145"/>
              <a:gd name="connsiteX109" fmla="*/ 6064750 w 11269336"/>
              <a:gd name="connsiteY109" fmla="*/ 1896394 h 2323145"/>
              <a:gd name="connsiteX110" fmla="*/ 5964230 w 11269336"/>
              <a:gd name="connsiteY110" fmla="*/ 1910038 h 2323145"/>
              <a:gd name="connsiteX111" fmla="*/ 5865399 w 11269336"/>
              <a:gd name="connsiteY111" fmla="*/ 1926966 h 2323145"/>
              <a:gd name="connsiteX112" fmla="*/ 5829951 w 11269336"/>
              <a:gd name="connsiteY112" fmla="*/ 1934755 h 2323145"/>
              <a:gd name="connsiteX113" fmla="*/ 5765285 w 11269336"/>
              <a:gd name="connsiteY113" fmla="*/ 1941322 h 2323145"/>
              <a:gd name="connsiteX114" fmla="*/ 5734750 w 11269336"/>
              <a:gd name="connsiteY114" fmla="*/ 1939793 h 2323145"/>
              <a:gd name="connsiteX115" fmla="*/ 5733569 w 11269336"/>
              <a:gd name="connsiteY115" fmla="*/ 1940505 h 2323145"/>
              <a:gd name="connsiteX116" fmla="*/ 5730329 w 11269336"/>
              <a:gd name="connsiteY116" fmla="*/ 1937845 h 2323145"/>
              <a:gd name="connsiteX117" fmla="*/ 5724661 w 11269336"/>
              <a:gd name="connsiteY117" fmla="*/ 1937455 h 2323145"/>
              <a:gd name="connsiteX118" fmla="*/ 5710186 w 11269336"/>
              <a:gd name="connsiteY118" fmla="*/ 1941370 h 2323145"/>
              <a:gd name="connsiteX119" fmla="*/ 5704910 w 11269336"/>
              <a:gd name="connsiteY119" fmla="*/ 1943663 h 2323145"/>
              <a:gd name="connsiteX120" fmla="*/ 5696836 w 11269336"/>
              <a:gd name="connsiteY120" fmla="*/ 1945271 h 2323145"/>
              <a:gd name="connsiteX121" fmla="*/ 5696583 w 11269336"/>
              <a:gd name="connsiteY121" fmla="*/ 1945050 h 2323145"/>
              <a:gd name="connsiteX122" fmla="*/ 5689123 w 11269336"/>
              <a:gd name="connsiteY122" fmla="*/ 1947067 h 2323145"/>
              <a:gd name="connsiteX123" fmla="*/ 5653291 w 11269336"/>
              <a:gd name="connsiteY123" fmla="*/ 1960245 h 2323145"/>
              <a:gd name="connsiteX124" fmla="*/ 5599385 w 11269336"/>
              <a:gd name="connsiteY124" fmla="*/ 1945198 h 2323145"/>
              <a:gd name="connsiteX125" fmla="*/ 5578300 w 11269336"/>
              <a:gd name="connsiteY125" fmla="*/ 1944963 h 2323145"/>
              <a:gd name="connsiteX126" fmla="*/ 5566758 w 11269336"/>
              <a:gd name="connsiteY126" fmla="*/ 1943441 h 2323145"/>
              <a:gd name="connsiteX127" fmla="*/ 5565857 w 11269336"/>
              <a:gd name="connsiteY127" fmla="*/ 1942445 h 2323145"/>
              <a:gd name="connsiteX128" fmla="*/ 5531534 w 11269336"/>
              <a:gd name="connsiteY128" fmla="*/ 1955208 h 2323145"/>
              <a:gd name="connsiteX129" fmla="*/ 5526552 w 11269336"/>
              <a:gd name="connsiteY129" fmla="*/ 1954799 h 2323145"/>
              <a:gd name="connsiteX130" fmla="*/ 5504723 w 11269336"/>
              <a:gd name="connsiteY130" fmla="*/ 1965811 h 2323145"/>
              <a:gd name="connsiteX131" fmla="*/ 5493156 w 11269336"/>
              <a:gd name="connsiteY131" fmla="*/ 1970063 h 2323145"/>
              <a:gd name="connsiteX132" fmla="*/ 5490486 w 11269336"/>
              <a:gd name="connsiteY132" fmla="*/ 1974227 h 2323145"/>
              <a:gd name="connsiteX133" fmla="*/ 5473107 w 11269336"/>
              <a:gd name="connsiteY133" fmla="*/ 1979001 h 2323145"/>
              <a:gd name="connsiteX134" fmla="*/ 5470885 w 11269336"/>
              <a:gd name="connsiteY134" fmla="*/ 1978432 h 2323145"/>
              <a:gd name="connsiteX135" fmla="*/ 5457393 w 11269336"/>
              <a:gd name="connsiteY135" fmla="*/ 1986525 h 2323145"/>
              <a:gd name="connsiteX136" fmla="*/ 5447102 w 11269336"/>
              <a:gd name="connsiteY136" fmla="*/ 1998329 h 2323145"/>
              <a:gd name="connsiteX137" fmla="*/ 5159151 w 11269336"/>
              <a:gd name="connsiteY137" fmla="*/ 2029640 h 2323145"/>
              <a:gd name="connsiteX138" fmla="*/ 5041688 w 11269336"/>
              <a:gd name="connsiteY138" fmla="*/ 2022334 h 2323145"/>
              <a:gd name="connsiteX139" fmla="*/ 4860988 w 11269336"/>
              <a:gd name="connsiteY139" fmla="*/ 2135698 h 2323145"/>
              <a:gd name="connsiteX140" fmla="*/ 4807902 w 11269336"/>
              <a:gd name="connsiteY140" fmla="*/ 2138894 h 2323145"/>
              <a:gd name="connsiteX141" fmla="*/ 4765388 w 11269336"/>
              <a:gd name="connsiteY141" fmla="*/ 2162525 h 2323145"/>
              <a:gd name="connsiteX142" fmla="*/ 4745033 w 11269336"/>
              <a:gd name="connsiteY142" fmla="*/ 2158859 h 2323145"/>
              <a:gd name="connsiteX143" fmla="*/ 4741475 w 11269336"/>
              <a:gd name="connsiteY143" fmla="*/ 2157998 h 2323145"/>
              <a:gd name="connsiteX144" fmla="*/ 4728247 w 11269336"/>
              <a:gd name="connsiteY144" fmla="*/ 2159526 h 2323145"/>
              <a:gd name="connsiteX145" fmla="*/ 4723263 w 11269336"/>
              <a:gd name="connsiteY145" fmla="*/ 2153742 h 2323145"/>
              <a:gd name="connsiteX146" fmla="*/ 4702453 w 11269336"/>
              <a:gd name="connsiteY146" fmla="*/ 2151586 h 2323145"/>
              <a:gd name="connsiteX147" fmla="*/ 4678455 w 11269336"/>
              <a:gd name="connsiteY147" fmla="*/ 2156131 h 2323145"/>
              <a:gd name="connsiteX148" fmla="*/ 4593061 w 11269336"/>
              <a:gd name="connsiteY148" fmla="*/ 2171597 h 2323145"/>
              <a:gd name="connsiteX149" fmla="*/ 4579902 w 11269336"/>
              <a:gd name="connsiteY149" fmla="*/ 2177927 h 2323145"/>
              <a:gd name="connsiteX150" fmla="*/ 4533444 w 11269336"/>
              <a:gd name="connsiteY150" fmla="*/ 2181200 h 2323145"/>
              <a:gd name="connsiteX151" fmla="*/ 4492832 w 11269336"/>
              <a:gd name="connsiteY151" fmla="*/ 2188033 h 2323145"/>
              <a:gd name="connsiteX152" fmla="*/ 4467257 w 11269336"/>
              <a:gd name="connsiteY152" fmla="*/ 2196121 h 2323145"/>
              <a:gd name="connsiteX153" fmla="*/ 4459937 w 11269336"/>
              <a:gd name="connsiteY153" fmla="*/ 2195182 h 2323145"/>
              <a:gd name="connsiteX154" fmla="*/ 4433312 w 11269336"/>
              <a:gd name="connsiteY154" fmla="*/ 2199004 h 2323145"/>
              <a:gd name="connsiteX155" fmla="*/ 4420601 w 11269336"/>
              <a:gd name="connsiteY155" fmla="*/ 2205158 h 2323145"/>
              <a:gd name="connsiteX156" fmla="*/ 4405765 w 11269336"/>
              <a:gd name="connsiteY156" fmla="*/ 2199902 h 2323145"/>
              <a:gd name="connsiteX157" fmla="*/ 4401354 w 11269336"/>
              <a:gd name="connsiteY157" fmla="*/ 2194745 h 2323145"/>
              <a:gd name="connsiteX158" fmla="*/ 4383151 w 11269336"/>
              <a:gd name="connsiteY158" fmla="*/ 2201140 h 2323145"/>
              <a:gd name="connsiteX159" fmla="*/ 4366646 w 11269336"/>
              <a:gd name="connsiteY159" fmla="*/ 2198564 h 2323145"/>
              <a:gd name="connsiteX160" fmla="*/ 4354009 w 11269336"/>
              <a:gd name="connsiteY160" fmla="*/ 2204984 h 2323145"/>
              <a:gd name="connsiteX161" fmla="*/ 4348284 w 11269336"/>
              <a:gd name="connsiteY161" fmla="*/ 2205270 h 2323145"/>
              <a:gd name="connsiteX162" fmla="*/ 4333906 w 11269336"/>
              <a:gd name="connsiteY162" fmla="*/ 2205251 h 2323145"/>
              <a:gd name="connsiteX163" fmla="*/ 4308819 w 11269336"/>
              <a:gd name="connsiteY163" fmla="*/ 2203822 h 2323145"/>
              <a:gd name="connsiteX164" fmla="*/ 4301210 w 11269336"/>
              <a:gd name="connsiteY164" fmla="*/ 2204456 h 2323145"/>
              <a:gd name="connsiteX165" fmla="*/ 4283095 w 11269336"/>
              <a:gd name="connsiteY165" fmla="*/ 2198177 h 2323145"/>
              <a:gd name="connsiteX166" fmla="*/ 4250119 w 11269336"/>
              <a:gd name="connsiteY166" fmla="*/ 2196342 h 2323145"/>
              <a:gd name="connsiteX167" fmla="*/ 4189203 w 11269336"/>
              <a:gd name="connsiteY167" fmla="*/ 2178994 h 2323145"/>
              <a:gd name="connsiteX168" fmla="*/ 4154035 w 11269336"/>
              <a:gd name="connsiteY168" fmla="*/ 2171950 h 2323145"/>
              <a:gd name="connsiteX169" fmla="*/ 4129569 w 11269336"/>
              <a:gd name="connsiteY169" fmla="*/ 2163850 h 2323145"/>
              <a:gd name="connsiteX170" fmla="*/ 4061250 w 11269336"/>
              <a:gd name="connsiteY170" fmla="*/ 2159236 h 2323145"/>
              <a:gd name="connsiteX171" fmla="*/ 3945480 w 11269336"/>
              <a:gd name="connsiteY171" fmla="*/ 2158279 h 2323145"/>
              <a:gd name="connsiteX172" fmla="*/ 3921468 w 11269336"/>
              <a:gd name="connsiteY172" fmla="*/ 2156588 h 2323145"/>
              <a:gd name="connsiteX173" fmla="*/ 3903348 w 11269336"/>
              <a:gd name="connsiteY173" fmla="*/ 2149220 h 2323145"/>
              <a:gd name="connsiteX174" fmla="*/ 3901342 w 11269336"/>
              <a:gd name="connsiteY174" fmla="*/ 2142355 h 2323145"/>
              <a:gd name="connsiteX175" fmla="*/ 3888539 w 11269336"/>
              <a:gd name="connsiteY175" fmla="*/ 2140476 h 2323145"/>
              <a:gd name="connsiteX176" fmla="*/ 3885662 w 11269336"/>
              <a:gd name="connsiteY176" fmla="*/ 2138740 h 2323145"/>
              <a:gd name="connsiteX177" fmla="*/ 3868627 w 11269336"/>
              <a:gd name="connsiteY177" fmla="*/ 2130023 h 2323145"/>
              <a:gd name="connsiteX178" fmla="*/ 3819177 w 11269336"/>
              <a:gd name="connsiteY178" fmla="*/ 2142111 h 2323145"/>
              <a:gd name="connsiteX179" fmla="*/ 3769100 w 11269336"/>
              <a:gd name="connsiteY179" fmla="*/ 2131731 h 2323145"/>
              <a:gd name="connsiteX180" fmla="*/ 3562752 w 11269336"/>
              <a:gd name="connsiteY180" fmla="*/ 2131785 h 2323145"/>
              <a:gd name="connsiteX181" fmla="*/ 3541402 w 11269336"/>
              <a:gd name="connsiteY181" fmla="*/ 2106821 h 2323145"/>
              <a:gd name="connsiteX182" fmla="*/ 3365341 w 11269336"/>
              <a:gd name="connsiteY182" fmla="*/ 2077638 h 2323145"/>
              <a:gd name="connsiteX183" fmla="*/ 3170922 w 11269336"/>
              <a:gd name="connsiteY183" fmla="*/ 2115957 h 2323145"/>
              <a:gd name="connsiteX184" fmla="*/ 3156256 w 11269336"/>
              <a:gd name="connsiteY184" fmla="*/ 2124773 h 2323145"/>
              <a:gd name="connsiteX185" fmla="*/ 3140298 w 11269336"/>
              <a:gd name="connsiteY185" fmla="*/ 2129182 h 2323145"/>
              <a:gd name="connsiteX186" fmla="*/ 3138514 w 11269336"/>
              <a:gd name="connsiteY186" fmla="*/ 2128069 h 2323145"/>
              <a:gd name="connsiteX187" fmla="*/ 3120467 w 11269336"/>
              <a:gd name="connsiteY187" fmla="*/ 2128281 h 2323145"/>
              <a:gd name="connsiteX188" fmla="*/ 3116175 w 11269336"/>
              <a:gd name="connsiteY188" fmla="*/ 2131633 h 2323145"/>
              <a:gd name="connsiteX189" fmla="*/ 3103685 w 11269336"/>
              <a:gd name="connsiteY189" fmla="*/ 2132814 h 2323145"/>
              <a:gd name="connsiteX190" fmla="*/ 3078794 w 11269336"/>
              <a:gd name="connsiteY190" fmla="*/ 2137935 h 2323145"/>
              <a:gd name="connsiteX191" fmla="*/ 3074407 w 11269336"/>
              <a:gd name="connsiteY191" fmla="*/ 2136274 h 2323145"/>
              <a:gd name="connsiteX192" fmla="*/ 3037285 w 11269336"/>
              <a:gd name="connsiteY192" fmla="*/ 2139919 h 2323145"/>
              <a:gd name="connsiteX193" fmla="*/ 3036901 w 11269336"/>
              <a:gd name="connsiteY193" fmla="*/ 2138726 h 2323145"/>
              <a:gd name="connsiteX194" fmla="*/ 3026996 w 11269336"/>
              <a:gd name="connsiteY194" fmla="*/ 2134322 h 2323145"/>
              <a:gd name="connsiteX195" fmla="*/ 3007772 w 11269336"/>
              <a:gd name="connsiteY195" fmla="*/ 2128742 h 2323145"/>
              <a:gd name="connsiteX196" fmla="*/ 2965030 w 11269336"/>
              <a:gd name="connsiteY196" fmla="*/ 2100494 h 2323145"/>
              <a:gd name="connsiteX197" fmla="*/ 2926342 w 11269336"/>
              <a:gd name="connsiteY197" fmla="*/ 2104155 h 2323145"/>
              <a:gd name="connsiteX198" fmla="*/ 2918608 w 11269336"/>
              <a:gd name="connsiteY198" fmla="*/ 2104215 h 2323145"/>
              <a:gd name="connsiteX199" fmla="*/ 2918475 w 11269336"/>
              <a:gd name="connsiteY199" fmla="*/ 2103937 h 2323145"/>
              <a:gd name="connsiteX200" fmla="*/ 2910360 w 11269336"/>
              <a:gd name="connsiteY200" fmla="*/ 2103444 h 2323145"/>
              <a:gd name="connsiteX201" fmla="*/ 2904507 w 11269336"/>
              <a:gd name="connsiteY201" fmla="*/ 2104326 h 2323145"/>
              <a:gd name="connsiteX202" fmla="*/ 2889503 w 11269336"/>
              <a:gd name="connsiteY202" fmla="*/ 2104443 h 2323145"/>
              <a:gd name="connsiteX203" fmla="*/ 2884480 w 11269336"/>
              <a:gd name="connsiteY203" fmla="*/ 2102626 h 2323145"/>
              <a:gd name="connsiteX204" fmla="*/ 2882689 w 11269336"/>
              <a:gd name="connsiteY204" fmla="*/ 2099228 h 2323145"/>
              <a:gd name="connsiteX205" fmla="*/ 2881291 w 11269336"/>
              <a:gd name="connsiteY205" fmla="*/ 2099618 h 2323145"/>
              <a:gd name="connsiteX206" fmla="*/ 2853979 w 11269336"/>
              <a:gd name="connsiteY206" fmla="*/ 2090388 h 2323145"/>
              <a:gd name="connsiteX207" fmla="*/ 2791790 w 11269336"/>
              <a:gd name="connsiteY207" fmla="*/ 2080332 h 2323145"/>
              <a:gd name="connsiteX208" fmla="*/ 2755844 w 11269336"/>
              <a:gd name="connsiteY208" fmla="*/ 2078874 h 2323145"/>
              <a:gd name="connsiteX209" fmla="*/ 2657742 w 11269336"/>
              <a:gd name="connsiteY209" fmla="*/ 2070179 h 2323145"/>
              <a:gd name="connsiteX210" fmla="*/ 2559549 w 11269336"/>
              <a:gd name="connsiteY210" fmla="*/ 2057873 h 2323145"/>
              <a:gd name="connsiteX211" fmla="*/ 2512054 w 11269336"/>
              <a:gd name="connsiteY211" fmla="*/ 2031671 h 2323145"/>
              <a:gd name="connsiteX212" fmla="*/ 2506437 w 11269336"/>
              <a:gd name="connsiteY212" fmla="*/ 2030918 h 2323145"/>
              <a:gd name="connsiteX213" fmla="*/ 2491752 w 11269336"/>
              <a:gd name="connsiteY213" fmla="*/ 2033906 h 2323145"/>
              <a:gd name="connsiteX214" fmla="*/ 2486338 w 11269336"/>
              <a:gd name="connsiteY214" fmla="*/ 2035862 h 2323145"/>
              <a:gd name="connsiteX215" fmla="*/ 2478186 w 11269336"/>
              <a:gd name="connsiteY215" fmla="*/ 2036953 h 2323145"/>
              <a:gd name="connsiteX216" fmla="*/ 2477950 w 11269336"/>
              <a:gd name="connsiteY216" fmla="*/ 2036715 h 2323145"/>
              <a:gd name="connsiteX217" fmla="*/ 2470381 w 11269336"/>
              <a:gd name="connsiteY217" fmla="*/ 2038256 h 2323145"/>
              <a:gd name="connsiteX218" fmla="*/ 2433781 w 11269336"/>
              <a:gd name="connsiteY218" fmla="*/ 2049140 h 2323145"/>
              <a:gd name="connsiteX219" fmla="*/ 2381172 w 11269336"/>
              <a:gd name="connsiteY219" fmla="*/ 2030645 h 2323145"/>
              <a:gd name="connsiteX220" fmla="*/ 2360198 w 11269336"/>
              <a:gd name="connsiteY220" fmla="*/ 2029059 h 2323145"/>
              <a:gd name="connsiteX221" fmla="*/ 2348815 w 11269336"/>
              <a:gd name="connsiteY221" fmla="*/ 2026798 h 2323145"/>
              <a:gd name="connsiteX222" fmla="*/ 2347988 w 11269336"/>
              <a:gd name="connsiteY222" fmla="*/ 2025745 h 2323145"/>
              <a:gd name="connsiteX223" fmla="*/ 2312920 w 11269336"/>
              <a:gd name="connsiteY223" fmla="*/ 2036311 h 2323145"/>
              <a:gd name="connsiteX224" fmla="*/ 2307986 w 11269336"/>
              <a:gd name="connsiteY224" fmla="*/ 2035583 h 2323145"/>
              <a:gd name="connsiteX225" fmla="*/ 2285481 w 11269336"/>
              <a:gd name="connsiteY225" fmla="*/ 2045197 h 2323145"/>
              <a:gd name="connsiteX226" fmla="*/ 2273666 w 11269336"/>
              <a:gd name="connsiteY226" fmla="*/ 2048710 h 2323145"/>
              <a:gd name="connsiteX227" fmla="*/ 2270719 w 11269336"/>
              <a:gd name="connsiteY227" fmla="*/ 2052702 h 2323145"/>
              <a:gd name="connsiteX228" fmla="*/ 2253080 w 11269336"/>
              <a:gd name="connsiteY228" fmla="*/ 2056363 h 2323145"/>
              <a:gd name="connsiteX229" fmla="*/ 2250906 w 11269336"/>
              <a:gd name="connsiteY229" fmla="*/ 2055654 h 2323145"/>
              <a:gd name="connsiteX230" fmla="*/ 2236905 w 11269336"/>
              <a:gd name="connsiteY230" fmla="*/ 2062882 h 2323145"/>
              <a:gd name="connsiteX231" fmla="*/ 2225830 w 11269336"/>
              <a:gd name="connsiteY231" fmla="*/ 2074027 h 2323145"/>
              <a:gd name="connsiteX232" fmla="*/ 2073776 w 11269336"/>
              <a:gd name="connsiteY232" fmla="*/ 2089244 h 2323145"/>
              <a:gd name="connsiteX233" fmla="*/ 1948256 w 11269336"/>
              <a:gd name="connsiteY233" fmla="*/ 2146616 h 2323145"/>
              <a:gd name="connsiteX234" fmla="*/ 1865582 w 11269336"/>
              <a:gd name="connsiteY234" fmla="*/ 2153738 h 2323145"/>
              <a:gd name="connsiteX235" fmla="*/ 1835210 w 11269336"/>
              <a:gd name="connsiteY235" fmla="*/ 2134244 h 2323145"/>
              <a:gd name="connsiteX236" fmla="*/ 1632661 w 11269336"/>
              <a:gd name="connsiteY236" fmla="*/ 2173882 h 2323145"/>
              <a:gd name="connsiteX237" fmla="*/ 1579590 w 11269336"/>
              <a:gd name="connsiteY237" fmla="*/ 2173680 h 2323145"/>
              <a:gd name="connsiteX238" fmla="*/ 1535601 w 11269336"/>
              <a:gd name="connsiteY238" fmla="*/ 2194590 h 2323145"/>
              <a:gd name="connsiteX239" fmla="*/ 1515594 w 11269336"/>
              <a:gd name="connsiteY239" fmla="*/ 2189622 h 2323145"/>
              <a:gd name="connsiteX240" fmla="*/ 1512113 w 11269336"/>
              <a:gd name="connsiteY240" fmla="*/ 2188534 h 2323145"/>
              <a:gd name="connsiteX241" fmla="*/ 1498838 w 11269336"/>
              <a:gd name="connsiteY241" fmla="*/ 2189213 h 2323145"/>
              <a:gd name="connsiteX242" fmla="*/ 1494279 w 11269336"/>
              <a:gd name="connsiteY242" fmla="*/ 2183112 h 2323145"/>
              <a:gd name="connsiteX243" fmla="*/ 1473714 w 11269336"/>
              <a:gd name="connsiteY243" fmla="*/ 2179625 h 2323145"/>
              <a:gd name="connsiteX244" fmla="*/ 1449503 w 11269336"/>
              <a:gd name="connsiteY244" fmla="*/ 2182633 h 2323145"/>
              <a:gd name="connsiteX245" fmla="*/ 1266687 w 11269336"/>
              <a:gd name="connsiteY245" fmla="*/ 2212688 h 2323145"/>
              <a:gd name="connsiteX246" fmla="*/ 1239614 w 11269336"/>
              <a:gd name="connsiteY246" fmla="*/ 2209727 h 2323145"/>
              <a:gd name="connsiteX247" fmla="*/ 1202436 w 11269336"/>
              <a:gd name="connsiteY247" fmla="*/ 2209817 h 2323145"/>
              <a:gd name="connsiteX248" fmla="*/ 1136097 w 11269336"/>
              <a:gd name="connsiteY248" fmla="*/ 2205112 h 2323145"/>
              <a:gd name="connsiteX249" fmla="*/ 988232 w 11269336"/>
              <a:gd name="connsiteY249" fmla="*/ 2235635 h 2323145"/>
              <a:gd name="connsiteX250" fmla="*/ 981959 w 11269336"/>
              <a:gd name="connsiteY250" fmla="*/ 2231607 h 2323145"/>
              <a:gd name="connsiteX251" fmla="*/ 938600 w 11269336"/>
              <a:gd name="connsiteY251" fmla="*/ 2238113 h 2323145"/>
              <a:gd name="connsiteX252" fmla="*/ 791788 w 11269336"/>
              <a:gd name="connsiteY252" fmla="*/ 2293224 h 2323145"/>
              <a:gd name="connsiteX253" fmla="*/ 706914 w 11269336"/>
              <a:gd name="connsiteY253" fmla="*/ 2305046 h 2323145"/>
              <a:gd name="connsiteX254" fmla="*/ 675971 w 11269336"/>
              <a:gd name="connsiteY254" fmla="*/ 2304030 h 2323145"/>
              <a:gd name="connsiteX255" fmla="*/ 624180 w 11269336"/>
              <a:gd name="connsiteY255" fmla="*/ 2302650 h 2323145"/>
              <a:gd name="connsiteX256" fmla="*/ 583453 w 11269336"/>
              <a:gd name="connsiteY256" fmla="*/ 2288788 h 2323145"/>
              <a:gd name="connsiteX257" fmla="*/ 540946 w 11269336"/>
              <a:gd name="connsiteY257" fmla="*/ 2292721 h 2323145"/>
              <a:gd name="connsiteX258" fmla="*/ 533680 w 11269336"/>
              <a:gd name="connsiteY258" fmla="*/ 2310233 h 2323145"/>
              <a:gd name="connsiteX259" fmla="*/ 487366 w 11269336"/>
              <a:gd name="connsiteY259" fmla="*/ 2309053 h 2323145"/>
              <a:gd name="connsiteX260" fmla="*/ 416820 w 11269336"/>
              <a:gd name="connsiteY260" fmla="*/ 2305443 h 2323145"/>
              <a:gd name="connsiteX261" fmla="*/ 376805 w 11269336"/>
              <a:gd name="connsiteY261" fmla="*/ 2307647 h 2323145"/>
              <a:gd name="connsiteX262" fmla="*/ 266777 w 11269336"/>
              <a:gd name="connsiteY262" fmla="*/ 2309012 h 2323145"/>
              <a:gd name="connsiteX263" fmla="*/ 156013 w 11269336"/>
              <a:gd name="connsiteY263" fmla="*/ 2306832 h 2323145"/>
              <a:gd name="connsiteX264" fmla="*/ 87258 w 11269336"/>
              <a:gd name="connsiteY264" fmla="*/ 2285511 h 2323145"/>
              <a:gd name="connsiteX265" fmla="*/ 23798 w 11269336"/>
              <a:gd name="connsiteY265" fmla="*/ 2281822 h 2323145"/>
              <a:gd name="connsiteX266" fmla="*/ 0 w 11269336"/>
              <a:gd name="connsiteY266" fmla="*/ 2285369 h 2323145"/>
              <a:gd name="connsiteX267" fmla="*/ 0 w 11269336"/>
              <a:gd name="connsiteY26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795998 w 11269336"/>
              <a:gd name="connsiteY29" fmla="*/ 863337 h 2323145"/>
              <a:gd name="connsiteX30" fmla="*/ 8776970 w 11269336"/>
              <a:gd name="connsiteY30" fmla="*/ 885177 h 2323145"/>
              <a:gd name="connsiteX31" fmla="*/ 8755719 w 11269336"/>
              <a:gd name="connsiteY31" fmla="*/ 889754 h 2323145"/>
              <a:gd name="connsiteX32" fmla="*/ 8743257 w 11269336"/>
              <a:gd name="connsiteY32" fmla="*/ 904723 h 2323145"/>
              <a:gd name="connsiteX33" fmla="*/ 8721366 w 11269336"/>
              <a:gd name="connsiteY33" fmla="*/ 904711 h 2323145"/>
              <a:gd name="connsiteX34" fmla="*/ 8678353 w 11269336"/>
              <a:gd name="connsiteY34" fmla="*/ 926318 h 2323145"/>
              <a:gd name="connsiteX35" fmla="*/ 8636849 w 11269336"/>
              <a:gd name="connsiteY35" fmla="*/ 937900 h 2323145"/>
              <a:gd name="connsiteX36" fmla="*/ 8620213 w 11269336"/>
              <a:gd name="connsiteY36" fmla="*/ 943068 h 2323145"/>
              <a:gd name="connsiteX37" fmla="*/ 8612581 w 11269336"/>
              <a:gd name="connsiteY37" fmla="*/ 952695 h 2323145"/>
              <a:gd name="connsiteX38" fmla="*/ 8589038 w 11269336"/>
              <a:gd name="connsiteY38" fmla="*/ 963892 h 2323145"/>
              <a:gd name="connsiteX39" fmla="*/ 8579950 w 11269336"/>
              <a:gd name="connsiteY39" fmla="*/ 960899 h 2323145"/>
              <a:gd name="connsiteX40" fmla="*/ 8579319 w 11269336"/>
              <a:gd name="connsiteY40" fmla="*/ 965630 h 2323145"/>
              <a:gd name="connsiteX41" fmla="*/ 8547429 w 11269336"/>
              <a:gd name="connsiteY41" fmla="*/ 984506 h 2323145"/>
              <a:gd name="connsiteX42" fmla="*/ 8478704 w 11269336"/>
              <a:gd name="connsiteY42" fmla="*/ 1025490 h 2323145"/>
              <a:gd name="connsiteX43" fmla="*/ 8461421 w 11269336"/>
              <a:gd name="connsiteY43" fmla="*/ 1035512 h 2323145"/>
              <a:gd name="connsiteX44" fmla="*/ 8445003 w 11269336"/>
              <a:gd name="connsiteY44" fmla="*/ 1036851 h 2323145"/>
              <a:gd name="connsiteX45" fmla="*/ 8357350 w 11269336"/>
              <a:gd name="connsiteY45" fmla="*/ 1060213 h 2323145"/>
              <a:gd name="connsiteX46" fmla="*/ 8335565 w 11269336"/>
              <a:gd name="connsiteY46" fmla="*/ 1061151 h 2323145"/>
              <a:gd name="connsiteX47" fmla="*/ 8325267 w 11269336"/>
              <a:gd name="connsiteY47" fmla="*/ 1055919 h 2323145"/>
              <a:gd name="connsiteX48" fmla="*/ 8293586 w 11269336"/>
              <a:gd name="connsiteY48" fmla="*/ 1076144 h 2323145"/>
              <a:gd name="connsiteX49" fmla="*/ 8242405 w 11269336"/>
              <a:gd name="connsiteY49" fmla="*/ 1095960 h 2323145"/>
              <a:gd name="connsiteX50" fmla="*/ 8197391 w 11269336"/>
              <a:gd name="connsiteY50" fmla="*/ 1107746 h 2323145"/>
              <a:gd name="connsiteX51" fmla="*/ 8081474 w 11269336"/>
              <a:gd name="connsiteY51" fmla="*/ 1130125 h 2323145"/>
              <a:gd name="connsiteX52" fmla="*/ 8053585 w 11269336"/>
              <a:gd name="connsiteY52" fmla="*/ 1129169 h 2323145"/>
              <a:gd name="connsiteX53" fmla="*/ 8038422 w 11269336"/>
              <a:gd name="connsiteY53" fmla="*/ 1119092 h 2323145"/>
              <a:gd name="connsiteX54" fmla="*/ 8029450 w 11269336"/>
              <a:gd name="connsiteY54" fmla="*/ 1125592 h 2323145"/>
              <a:gd name="connsiteX55" fmla="*/ 7959552 w 11269336"/>
              <a:gd name="connsiteY55" fmla="*/ 1140188 h 2323145"/>
              <a:gd name="connsiteX56" fmla="*/ 7914188 w 11269336"/>
              <a:gd name="connsiteY56" fmla="*/ 1150862 h 2323145"/>
              <a:gd name="connsiteX57" fmla="*/ 7914918 w 11269336"/>
              <a:gd name="connsiteY57" fmla="*/ 1168758 h 2323145"/>
              <a:gd name="connsiteX58" fmla="*/ 7875510 w 11269336"/>
              <a:gd name="connsiteY58" fmla="*/ 1183153 h 2323145"/>
              <a:gd name="connsiteX59" fmla="*/ 7829932 w 11269336"/>
              <a:gd name="connsiteY59" fmla="*/ 1180782 h 2323145"/>
              <a:gd name="connsiteX60" fmla="*/ 7779182 w 11269336"/>
              <a:gd name="connsiteY60" fmla="*/ 1192665 h 2323145"/>
              <a:gd name="connsiteX61" fmla="*/ 7748774 w 11269336"/>
              <a:gd name="connsiteY61" fmla="*/ 1199586 h 2323145"/>
              <a:gd name="connsiteX62" fmla="*/ 7671846 w 11269336"/>
              <a:gd name="connsiteY62" fmla="*/ 1231966 h 2323145"/>
              <a:gd name="connsiteX63" fmla="*/ 7554146 w 11269336"/>
              <a:gd name="connsiteY63" fmla="*/ 1319748 h 2323145"/>
              <a:gd name="connsiteX64" fmla="*/ 7515052 w 11269336"/>
              <a:gd name="connsiteY64" fmla="*/ 1336718 h 2323145"/>
              <a:gd name="connsiteX65" fmla="*/ 7507193 w 11269336"/>
              <a:gd name="connsiteY65" fmla="*/ 1334617 h 2323145"/>
              <a:gd name="connsiteX66" fmla="*/ 7461694 w 11269336"/>
              <a:gd name="connsiteY66" fmla="*/ 1375866 h 2323145"/>
              <a:gd name="connsiteX67" fmla="*/ 7377571 w 11269336"/>
              <a:gd name="connsiteY67" fmla="*/ 1400128 h 2323145"/>
              <a:gd name="connsiteX68" fmla="*/ 7311261 w 11269336"/>
              <a:gd name="connsiteY68" fmla="*/ 1412652 h 2323145"/>
              <a:gd name="connsiteX69" fmla="*/ 7275307 w 11269336"/>
              <a:gd name="connsiteY69" fmla="*/ 1422171 h 2323145"/>
              <a:gd name="connsiteX70" fmla="*/ 7247783 w 11269336"/>
              <a:gd name="connsiteY70" fmla="*/ 1426330 h 2323145"/>
              <a:gd name="connsiteX71" fmla="*/ 7185047 w 11269336"/>
              <a:gd name="connsiteY71" fmla="*/ 1451812 h 2323145"/>
              <a:gd name="connsiteX72" fmla="*/ 7084117 w 11269336"/>
              <a:gd name="connsiteY72" fmla="*/ 1500281 h 2323145"/>
              <a:gd name="connsiteX73" fmla="*/ 7062011 w 11269336"/>
              <a:gd name="connsiteY73" fmla="*/ 1509183 h 2323145"/>
              <a:gd name="connsiteX74" fmla="*/ 7040555 w 11269336"/>
              <a:gd name="connsiteY74" fmla="*/ 1511207 h 2323145"/>
              <a:gd name="connsiteX75" fmla="*/ 7033438 w 11269336"/>
              <a:gd name="connsiteY75" fmla="*/ 1506772 h 2323145"/>
              <a:gd name="connsiteX76" fmla="*/ 7020886 w 11269336"/>
              <a:gd name="connsiteY76" fmla="*/ 1510764 h 2323145"/>
              <a:gd name="connsiteX77" fmla="*/ 7017033 w 11269336"/>
              <a:gd name="connsiteY77" fmla="*/ 1510650 h 2323145"/>
              <a:gd name="connsiteX78" fmla="*/ 6995460 w 11269336"/>
              <a:gd name="connsiteY78" fmla="*/ 1511173 h 2323145"/>
              <a:gd name="connsiteX79" fmla="*/ 6962144 w 11269336"/>
              <a:gd name="connsiteY79" fmla="*/ 1541508 h 2323145"/>
              <a:gd name="connsiteX80" fmla="*/ 6910674 w 11269336"/>
              <a:gd name="connsiteY80" fmla="*/ 1554793 h 2323145"/>
              <a:gd name="connsiteX81" fmla="*/ 6732152 w 11269336"/>
              <a:gd name="connsiteY81" fmla="*/ 1642538 h 2323145"/>
              <a:gd name="connsiteX82" fmla="*/ 6694106 w 11269336"/>
              <a:gd name="connsiteY82" fmla="*/ 1632377 h 2323145"/>
              <a:gd name="connsiteX83" fmla="*/ 6617223 w 11269336"/>
              <a:gd name="connsiteY83" fmla="*/ 1659889 h 2323145"/>
              <a:gd name="connsiteX84" fmla="*/ 6521138 w 11269336"/>
              <a:gd name="connsiteY84" fmla="*/ 1744340 h 2323145"/>
              <a:gd name="connsiteX85" fmla="*/ 6380677 w 11269336"/>
              <a:gd name="connsiteY85" fmla="*/ 1796883 h 2323145"/>
              <a:gd name="connsiteX86" fmla="*/ 6374897 w 11269336"/>
              <a:gd name="connsiteY86" fmla="*/ 1809910 h 2323145"/>
              <a:gd name="connsiteX87" fmla="*/ 6364545 w 11269336"/>
              <a:gd name="connsiteY87" fmla="*/ 1820090 h 2323145"/>
              <a:gd name="connsiteX88" fmla="*/ 6362126 w 11269336"/>
              <a:gd name="connsiteY88" fmla="*/ 1819991 h 2323145"/>
              <a:gd name="connsiteX89" fmla="*/ 6346673 w 11269336"/>
              <a:gd name="connsiteY89" fmla="*/ 1827824 h 2323145"/>
              <a:gd name="connsiteX90" fmla="*/ 6345588 w 11269336"/>
              <a:gd name="connsiteY90" fmla="*/ 1832232 h 2323145"/>
              <a:gd name="connsiteX91" fmla="*/ 6335708 w 11269336"/>
              <a:gd name="connsiteY91" fmla="*/ 1838451 h 2323145"/>
              <a:gd name="connsiteX92" fmla="*/ 6318182 w 11269336"/>
              <a:gd name="connsiteY92" fmla="*/ 1852975 h 2323145"/>
              <a:gd name="connsiteX93" fmla="*/ 6313084 w 11269336"/>
              <a:gd name="connsiteY93" fmla="*/ 1853561 h 2323145"/>
              <a:gd name="connsiteX94" fmla="*/ 6283816 w 11269336"/>
              <a:gd name="connsiteY94" fmla="*/ 1872148 h 2323145"/>
              <a:gd name="connsiteX95" fmla="*/ 6282550 w 11269336"/>
              <a:gd name="connsiteY95" fmla="*/ 1871392 h 2323145"/>
              <a:gd name="connsiteX96" fmla="*/ 6270527 w 11269336"/>
              <a:gd name="connsiteY96" fmla="*/ 1872208 h 2323145"/>
              <a:gd name="connsiteX97" fmla="*/ 6249518 w 11269336"/>
              <a:gd name="connsiteY97" fmla="*/ 1876079 h 2323145"/>
              <a:gd name="connsiteX98" fmla="*/ 6190386 w 11269336"/>
              <a:gd name="connsiteY98" fmla="*/ 1872478 h 2323145"/>
              <a:gd name="connsiteX99" fmla="*/ 6159777 w 11269336"/>
              <a:gd name="connsiteY99" fmla="*/ 1891745 h 2323145"/>
              <a:gd name="connsiteX100" fmla="*/ 6153131 w 11269336"/>
              <a:gd name="connsiteY100" fmla="*/ 1895079 h 2323145"/>
              <a:gd name="connsiteX101" fmla="*/ 6152798 w 11269336"/>
              <a:gd name="connsiteY101" fmla="*/ 1894920 h 2323145"/>
              <a:gd name="connsiteX102" fmla="*/ 6145388 w 11269336"/>
              <a:gd name="connsiteY102" fmla="*/ 1897990 h 2323145"/>
              <a:gd name="connsiteX103" fmla="*/ 6141014 w 11269336"/>
              <a:gd name="connsiteY103" fmla="*/ 1901155 h 2323145"/>
              <a:gd name="connsiteX104" fmla="*/ 6128122 w 11269336"/>
              <a:gd name="connsiteY104" fmla="*/ 1907623 h 2323145"/>
              <a:gd name="connsiteX105" fmla="*/ 6122351 w 11269336"/>
              <a:gd name="connsiteY105" fmla="*/ 1908359 h 2323145"/>
              <a:gd name="connsiteX106" fmla="*/ 6064750 w 11269336"/>
              <a:gd name="connsiteY106" fmla="*/ 1896394 h 2323145"/>
              <a:gd name="connsiteX107" fmla="*/ 5964230 w 11269336"/>
              <a:gd name="connsiteY107" fmla="*/ 1910038 h 2323145"/>
              <a:gd name="connsiteX108" fmla="*/ 5865399 w 11269336"/>
              <a:gd name="connsiteY108" fmla="*/ 1926966 h 2323145"/>
              <a:gd name="connsiteX109" fmla="*/ 5829951 w 11269336"/>
              <a:gd name="connsiteY109" fmla="*/ 1934755 h 2323145"/>
              <a:gd name="connsiteX110" fmla="*/ 5765285 w 11269336"/>
              <a:gd name="connsiteY110" fmla="*/ 1941322 h 2323145"/>
              <a:gd name="connsiteX111" fmla="*/ 5734750 w 11269336"/>
              <a:gd name="connsiteY111" fmla="*/ 1939793 h 2323145"/>
              <a:gd name="connsiteX112" fmla="*/ 5733569 w 11269336"/>
              <a:gd name="connsiteY112" fmla="*/ 1940505 h 2323145"/>
              <a:gd name="connsiteX113" fmla="*/ 5730329 w 11269336"/>
              <a:gd name="connsiteY113" fmla="*/ 1937845 h 2323145"/>
              <a:gd name="connsiteX114" fmla="*/ 5724661 w 11269336"/>
              <a:gd name="connsiteY114" fmla="*/ 1937455 h 2323145"/>
              <a:gd name="connsiteX115" fmla="*/ 5710186 w 11269336"/>
              <a:gd name="connsiteY115" fmla="*/ 1941370 h 2323145"/>
              <a:gd name="connsiteX116" fmla="*/ 5704910 w 11269336"/>
              <a:gd name="connsiteY116" fmla="*/ 1943663 h 2323145"/>
              <a:gd name="connsiteX117" fmla="*/ 5696836 w 11269336"/>
              <a:gd name="connsiteY117" fmla="*/ 1945271 h 2323145"/>
              <a:gd name="connsiteX118" fmla="*/ 5696583 w 11269336"/>
              <a:gd name="connsiteY118" fmla="*/ 1945050 h 2323145"/>
              <a:gd name="connsiteX119" fmla="*/ 5689123 w 11269336"/>
              <a:gd name="connsiteY119" fmla="*/ 1947067 h 2323145"/>
              <a:gd name="connsiteX120" fmla="*/ 5653291 w 11269336"/>
              <a:gd name="connsiteY120" fmla="*/ 1960245 h 2323145"/>
              <a:gd name="connsiteX121" fmla="*/ 5599385 w 11269336"/>
              <a:gd name="connsiteY121" fmla="*/ 1945198 h 2323145"/>
              <a:gd name="connsiteX122" fmla="*/ 5578300 w 11269336"/>
              <a:gd name="connsiteY122" fmla="*/ 1944963 h 2323145"/>
              <a:gd name="connsiteX123" fmla="*/ 5566758 w 11269336"/>
              <a:gd name="connsiteY123" fmla="*/ 1943441 h 2323145"/>
              <a:gd name="connsiteX124" fmla="*/ 5565857 w 11269336"/>
              <a:gd name="connsiteY124" fmla="*/ 1942445 h 2323145"/>
              <a:gd name="connsiteX125" fmla="*/ 5531534 w 11269336"/>
              <a:gd name="connsiteY125" fmla="*/ 1955208 h 2323145"/>
              <a:gd name="connsiteX126" fmla="*/ 5526552 w 11269336"/>
              <a:gd name="connsiteY126" fmla="*/ 1954799 h 2323145"/>
              <a:gd name="connsiteX127" fmla="*/ 5504723 w 11269336"/>
              <a:gd name="connsiteY127" fmla="*/ 1965811 h 2323145"/>
              <a:gd name="connsiteX128" fmla="*/ 5493156 w 11269336"/>
              <a:gd name="connsiteY128" fmla="*/ 1970063 h 2323145"/>
              <a:gd name="connsiteX129" fmla="*/ 5490486 w 11269336"/>
              <a:gd name="connsiteY129" fmla="*/ 1974227 h 2323145"/>
              <a:gd name="connsiteX130" fmla="*/ 5473107 w 11269336"/>
              <a:gd name="connsiteY130" fmla="*/ 1979001 h 2323145"/>
              <a:gd name="connsiteX131" fmla="*/ 5470885 w 11269336"/>
              <a:gd name="connsiteY131" fmla="*/ 1978432 h 2323145"/>
              <a:gd name="connsiteX132" fmla="*/ 5457393 w 11269336"/>
              <a:gd name="connsiteY132" fmla="*/ 1986525 h 2323145"/>
              <a:gd name="connsiteX133" fmla="*/ 5447102 w 11269336"/>
              <a:gd name="connsiteY133" fmla="*/ 1998329 h 2323145"/>
              <a:gd name="connsiteX134" fmla="*/ 5159151 w 11269336"/>
              <a:gd name="connsiteY134" fmla="*/ 2029640 h 2323145"/>
              <a:gd name="connsiteX135" fmla="*/ 5041688 w 11269336"/>
              <a:gd name="connsiteY135" fmla="*/ 2022334 h 2323145"/>
              <a:gd name="connsiteX136" fmla="*/ 4860988 w 11269336"/>
              <a:gd name="connsiteY136" fmla="*/ 2135698 h 2323145"/>
              <a:gd name="connsiteX137" fmla="*/ 4807902 w 11269336"/>
              <a:gd name="connsiteY137" fmla="*/ 2138894 h 2323145"/>
              <a:gd name="connsiteX138" fmla="*/ 4765388 w 11269336"/>
              <a:gd name="connsiteY138" fmla="*/ 2162525 h 2323145"/>
              <a:gd name="connsiteX139" fmla="*/ 4745033 w 11269336"/>
              <a:gd name="connsiteY139" fmla="*/ 2158859 h 2323145"/>
              <a:gd name="connsiteX140" fmla="*/ 4741475 w 11269336"/>
              <a:gd name="connsiteY140" fmla="*/ 2157998 h 2323145"/>
              <a:gd name="connsiteX141" fmla="*/ 4728247 w 11269336"/>
              <a:gd name="connsiteY141" fmla="*/ 2159526 h 2323145"/>
              <a:gd name="connsiteX142" fmla="*/ 4723263 w 11269336"/>
              <a:gd name="connsiteY142" fmla="*/ 2153742 h 2323145"/>
              <a:gd name="connsiteX143" fmla="*/ 4702453 w 11269336"/>
              <a:gd name="connsiteY143" fmla="*/ 2151586 h 2323145"/>
              <a:gd name="connsiteX144" fmla="*/ 4678455 w 11269336"/>
              <a:gd name="connsiteY144" fmla="*/ 2156131 h 2323145"/>
              <a:gd name="connsiteX145" fmla="*/ 4593061 w 11269336"/>
              <a:gd name="connsiteY145" fmla="*/ 2171597 h 2323145"/>
              <a:gd name="connsiteX146" fmla="*/ 4579902 w 11269336"/>
              <a:gd name="connsiteY146" fmla="*/ 2177927 h 2323145"/>
              <a:gd name="connsiteX147" fmla="*/ 4533444 w 11269336"/>
              <a:gd name="connsiteY147" fmla="*/ 2181200 h 2323145"/>
              <a:gd name="connsiteX148" fmla="*/ 4492832 w 11269336"/>
              <a:gd name="connsiteY148" fmla="*/ 2188033 h 2323145"/>
              <a:gd name="connsiteX149" fmla="*/ 4467257 w 11269336"/>
              <a:gd name="connsiteY149" fmla="*/ 2196121 h 2323145"/>
              <a:gd name="connsiteX150" fmla="*/ 4459937 w 11269336"/>
              <a:gd name="connsiteY150" fmla="*/ 2195182 h 2323145"/>
              <a:gd name="connsiteX151" fmla="*/ 4433312 w 11269336"/>
              <a:gd name="connsiteY151" fmla="*/ 2199004 h 2323145"/>
              <a:gd name="connsiteX152" fmla="*/ 4420601 w 11269336"/>
              <a:gd name="connsiteY152" fmla="*/ 2205158 h 2323145"/>
              <a:gd name="connsiteX153" fmla="*/ 4405765 w 11269336"/>
              <a:gd name="connsiteY153" fmla="*/ 2199902 h 2323145"/>
              <a:gd name="connsiteX154" fmla="*/ 4401354 w 11269336"/>
              <a:gd name="connsiteY154" fmla="*/ 2194745 h 2323145"/>
              <a:gd name="connsiteX155" fmla="*/ 4383151 w 11269336"/>
              <a:gd name="connsiteY155" fmla="*/ 2201140 h 2323145"/>
              <a:gd name="connsiteX156" fmla="*/ 4366646 w 11269336"/>
              <a:gd name="connsiteY156" fmla="*/ 2198564 h 2323145"/>
              <a:gd name="connsiteX157" fmla="*/ 4354009 w 11269336"/>
              <a:gd name="connsiteY157" fmla="*/ 2204984 h 2323145"/>
              <a:gd name="connsiteX158" fmla="*/ 4348284 w 11269336"/>
              <a:gd name="connsiteY158" fmla="*/ 2205270 h 2323145"/>
              <a:gd name="connsiteX159" fmla="*/ 4333906 w 11269336"/>
              <a:gd name="connsiteY159" fmla="*/ 2205251 h 2323145"/>
              <a:gd name="connsiteX160" fmla="*/ 4308819 w 11269336"/>
              <a:gd name="connsiteY160" fmla="*/ 2203822 h 2323145"/>
              <a:gd name="connsiteX161" fmla="*/ 4301210 w 11269336"/>
              <a:gd name="connsiteY161" fmla="*/ 2204456 h 2323145"/>
              <a:gd name="connsiteX162" fmla="*/ 4283095 w 11269336"/>
              <a:gd name="connsiteY162" fmla="*/ 2198177 h 2323145"/>
              <a:gd name="connsiteX163" fmla="*/ 4250119 w 11269336"/>
              <a:gd name="connsiteY163" fmla="*/ 2196342 h 2323145"/>
              <a:gd name="connsiteX164" fmla="*/ 4189203 w 11269336"/>
              <a:gd name="connsiteY164" fmla="*/ 2178994 h 2323145"/>
              <a:gd name="connsiteX165" fmla="*/ 4154035 w 11269336"/>
              <a:gd name="connsiteY165" fmla="*/ 2171950 h 2323145"/>
              <a:gd name="connsiteX166" fmla="*/ 4129569 w 11269336"/>
              <a:gd name="connsiteY166" fmla="*/ 2163850 h 2323145"/>
              <a:gd name="connsiteX167" fmla="*/ 4061250 w 11269336"/>
              <a:gd name="connsiteY167" fmla="*/ 2159236 h 2323145"/>
              <a:gd name="connsiteX168" fmla="*/ 3945480 w 11269336"/>
              <a:gd name="connsiteY168" fmla="*/ 2158279 h 2323145"/>
              <a:gd name="connsiteX169" fmla="*/ 3921468 w 11269336"/>
              <a:gd name="connsiteY169" fmla="*/ 2156588 h 2323145"/>
              <a:gd name="connsiteX170" fmla="*/ 3903348 w 11269336"/>
              <a:gd name="connsiteY170" fmla="*/ 2149220 h 2323145"/>
              <a:gd name="connsiteX171" fmla="*/ 3901342 w 11269336"/>
              <a:gd name="connsiteY171" fmla="*/ 2142355 h 2323145"/>
              <a:gd name="connsiteX172" fmla="*/ 3888539 w 11269336"/>
              <a:gd name="connsiteY172" fmla="*/ 2140476 h 2323145"/>
              <a:gd name="connsiteX173" fmla="*/ 3885662 w 11269336"/>
              <a:gd name="connsiteY173" fmla="*/ 2138740 h 2323145"/>
              <a:gd name="connsiteX174" fmla="*/ 3868627 w 11269336"/>
              <a:gd name="connsiteY174" fmla="*/ 2130023 h 2323145"/>
              <a:gd name="connsiteX175" fmla="*/ 3819177 w 11269336"/>
              <a:gd name="connsiteY175" fmla="*/ 2142111 h 2323145"/>
              <a:gd name="connsiteX176" fmla="*/ 3769100 w 11269336"/>
              <a:gd name="connsiteY176" fmla="*/ 2131731 h 2323145"/>
              <a:gd name="connsiteX177" fmla="*/ 3562752 w 11269336"/>
              <a:gd name="connsiteY177" fmla="*/ 2131785 h 2323145"/>
              <a:gd name="connsiteX178" fmla="*/ 3541402 w 11269336"/>
              <a:gd name="connsiteY178" fmla="*/ 2106821 h 2323145"/>
              <a:gd name="connsiteX179" fmla="*/ 3365341 w 11269336"/>
              <a:gd name="connsiteY179" fmla="*/ 2077638 h 2323145"/>
              <a:gd name="connsiteX180" fmla="*/ 3170922 w 11269336"/>
              <a:gd name="connsiteY180" fmla="*/ 2115957 h 2323145"/>
              <a:gd name="connsiteX181" fmla="*/ 3156256 w 11269336"/>
              <a:gd name="connsiteY181" fmla="*/ 2124773 h 2323145"/>
              <a:gd name="connsiteX182" fmla="*/ 3140298 w 11269336"/>
              <a:gd name="connsiteY182" fmla="*/ 2129182 h 2323145"/>
              <a:gd name="connsiteX183" fmla="*/ 3138514 w 11269336"/>
              <a:gd name="connsiteY183" fmla="*/ 2128069 h 2323145"/>
              <a:gd name="connsiteX184" fmla="*/ 3120467 w 11269336"/>
              <a:gd name="connsiteY184" fmla="*/ 2128281 h 2323145"/>
              <a:gd name="connsiteX185" fmla="*/ 3116175 w 11269336"/>
              <a:gd name="connsiteY185" fmla="*/ 2131633 h 2323145"/>
              <a:gd name="connsiteX186" fmla="*/ 3103685 w 11269336"/>
              <a:gd name="connsiteY186" fmla="*/ 2132814 h 2323145"/>
              <a:gd name="connsiteX187" fmla="*/ 3078794 w 11269336"/>
              <a:gd name="connsiteY187" fmla="*/ 2137935 h 2323145"/>
              <a:gd name="connsiteX188" fmla="*/ 3074407 w 11269336"/>
              <a:gd name="connsiteY188" fmla="*/ 2136274 h 2323145"/>
              <a:gd name="connsiteX189" fmla="*/ 3037285 w 11269336"/>
              <a:gd name="connsiteY189" fmla="*/ 2139919 h 2323145"/>
              <a:gd name="connsiteX190" fmla="*/ 3036901 w 11269336"/>
              <a:gd name="connsiteY190" fmla="*/ 2138726 h 2323145"/>
              <a:gd name="connsiteX191" fmla="*/ 3026996 w 11269336"/>
              <a:gd name="connsiteY191" fmla="*/ 2134322 h 2323145"/>
              <a:gd name="connsiteX192" fmla="*/ 3007772 w 11269336"/>
              <a:gd name="connsiteY192" fmla="*/ 2128742 h 2323145"/>
              <a:gd name="connsiteX193" fmla="*/ 2965030 w 11269336"/>
              <a:gd name="connsiteY193" fmla="*/ 2100494 h 2323145"/>
              <a:gd name="connsiteX194" fmla="*/ 2926342 w 11269336"/>
              <a:gd name="connsiteY194" fmla="*/ 2104155 h 2323145"/>
              <a:gd name="connsiteX195" fmla="*/ 2918608 w 11269336"/>
              <a:gd name="connsiteY195" fmla="*/ 2104215 h 2323145"/>
              <a:gd name="connsiteX196" fmla="*/ 2918475 w 11269336"/>
              <a:gd name="connsiteY196" fmla="*/ 2103937 h 2323145"/>
              <a:gd name="connsiteX197" fmla="*/ 2910360 w 11269336"/>
              <a:gd name="connsiteY197" fmla="*/ 2103444 h 2323145"/>
              <a:gd name="connsiteX198" fmla="*/ 2904507 w 11269336"/>
              <a:gd name="connsiteY198" fmla="*/ 2104326 h 2323145"/>
              <a:gd name="connsiteX199" fmla="*/ 2889503 w 11269336"/>
              <a:gd name="connsiteY199" fmla="*/ 2104443 h 2323145"/>
              <a:gd name="connsiteX200" fmla="*/ 2884480 w 11269336"/>
              <a:gd name="connsiteY200" fmla="*/ 2102626 h 2323145"/>
              <a:gd name="connsiteX201" fmla="*/ 2882689 w 11269336"/>
              <a:gd name="connsiteY201" fmla="*/ 2099228 h 2323145"/>
              <a:gd name="connsiteX202" fmla="*/ 2881291 w 11269336"/>
              <a:gd name="connsiteY202" fmla="*/ 2099618 h 2323145"/>
              <a:gd name="connsiteX203" fmla="*/ 2853979 w 11269336"/>
              <a:gd name="connsiteY203" fmla="*/ 2090388 h 2323145"/>
              <a:gd name="connsiteX204" fmla="*/ 2791790 w 11269336"/>
              <a:gd name="connsiteY204" fmla="*/ 2080332 h 2323145"/>
              <a:gd name="connsiteX205" fmla="*/ 2755844 w 11269336"/>
              <a:gd name="connsiteY205" fmla="*/ 2078874 h 2323145"/>
              <a:gd name="connsiteX206" fmla="*/ 2657742 w 11269336"/>
              <a:gd name="connsiteY206" fmla="*/ 2070179 h 2323145"/>
              <a:gd name="connsiteX207" fmla="*/ 2559549 w 11269336"/>
              <a:gd name="connsiteY207" fmla="*/ 2057873 h 2323145"/>
              <a:gd name="connsiteX208" fmla="*/ 2512054 w 11269336"/>
              <a:gd name="connsiteY208" fmla="*/ 2031671 h 2323145"/>
              <a:gd name="connsiteX209" fmla="*/ 2506437 w 11269336"/>
              <a:gd name="connsiteY209" fmla="*/ 2030918 h 2323145"/>
              <a:gd name="connsiteX210" fmla="*/ 2491752 w 11269336"/>
              <a:gd name="connsiteY210" fmla="*/ 2033906 h 2323145"/>
              <a:gd name="connsiteX211" fmla="*/ 2486338 w 11269336"/>
              <a:gd name="connsiteY211" fmla="*/ 2035862 h 2323145"/>
              <a:gd name="connsiteX212" fmla="*/ 2478186 w 11269336"/>
              <a:gd name="connsiteY212" fmla="*/ 2036953 h 2323145"/>
              <a:gd name="connsiteX213" fmla="*/ 2477950 w 11269336"/>
              <a:gd name="connsiteY213" fmla="*/ 2036715 h 2323145"/>
              <a:gd name="connsiteX214" fmla="*/ 2470381 w 11269336"/>
              <a:gd name="connsiteY214" fmla="*/ 2038256 h 2323145"/>
              <a:gd name="connsiteX215" fmla="*/ 2433781 w 11269336"/>
              <a:gd name="connsiteY215" fmla="*/ 2049140 h 2323145"/>
              <a:gd name="connsiteX216" fmla="*/ 2381172 w 11269336"/>
              <a:gd name="connsiteY216" fmla="*/ 2030645 h 2323145"/>
              <a:gd name="connsiteX217" fmla="*/ 2360198 w 11269336"/>
              <a:gd name="connsiteY217" fmla="*/ 2029059 h 2323145"/>
              <a:gd name="connsiteX218" fmla="*/ 2348815 w 11269336"/>
              <a:gd name="connsiteY218" fmla="*/ 2026798 h 2323145"/>
              <a:gd name="connsiteX219" fmla="*/ 2347988 w 11269336"/>
              <a:gd name="connsiteY219" fmla="*/ 2025745 h 2323145"/>
              <a:gd name="connsiteX220" fmla="*/ 2312920 w 11269336"/>
              <a:gd name="connsiteY220" fmla="*/ 2036311 h 2323145"/>
              <a:gd name="connsiteX221" fmla="*/ 2307986 w 11269336"/>
              <a:gd name="connsiteY221" fmla="*/ 2035583 h 2323145"/>
              <a:gd name="connsiteX222" fmla="*/ 2285481 w 11269336"/>
              <a:gd name="connsiteY222" fmla="*/ 2045197 h 2323145"/>
              <a:gd name="connsiteX223" fmla="*/ 2273666 w 11269336"/>
              <a:gd name="connsiteY223" fmla="*/ 2048710 h 2323145"/>
              <a:gd name="connsiteX224" fmla="*/ 2270719 w 11269336"/>
              <a:gd name="connsiteY224" fmla="*/ 2052702 h 2323145"/>
              <a:gd name="connsiteX225" fmla="*/ 2253080 w 11269336"/>
              <a:gd name="connsiteY225" fmla="*/ 2056363 h 2323145"/>
              <a:gd name="connsiteX226" fmla="*/ 2250906 w 11269336"/>
              <a:gd name="connsiteY226" fmla="*/ 2055654 h 2323145"/>
              <a:gd name="connsiteX227" fmla="*/ 2236905 w 11269336"/>
              <a:gd name="connsiteY227" fmla="*/ 2062882 h 2323145"/>
              <a:gd name="connsiteX228" fmla="*/ 2225830 w 11269336"/>
              <a:gd name="connsiteY228" fmla="*/ 2074027 h 2323145"/>
              <a:gd name="connsiteX229" fmla="*/ 2073776 w 11269336"/>
              <a:gd name="connsiteY229" fmla="*/ 2089244 h 2323145"/>
              <a:gd name="connsiteX230" fmla="*/ 1948256 w 11269336"/>
              <a:gd name="connsiteY230" fmla="*/ 2146616 h 2323145"/>
              <a:gd name="connsiteX231" fmla="*/ 1865582 w 11269336"/>
              <a:gd name="connsiteY231" fmla="*/ 2153738 h 2323145"/>
              <a:gd name="connsiteX232" fmla="*/ 1835210 w 11269336"/>
              <a:gd name="connsiteY232" fmla="*/ 2134244 h 2323145"/>
              <a:gd name="connsiteX233" fmla="*/ 1632661 w 11269336"/>
              <a:gd name="connsiteY233" fmla="*/ 2173882 h 2323145"/>
              <a:gd name="connsiteX234" fmla="*/ 1579590 w 11269336"/>
              <a:gd name="connsiteY234" fmla="*/ 2173680 h 2323145"/>
              <a:gd name="connsiteX235" fmla="*/ 1535601 w 11269336"/>
              <a:gd name="connsiteY235" fmla="*/ 2194590 h 2323145"/>
              <a:gd name="connsiteX236" fmla="*/ 1515594 w 11269336"/>
              <a:gd name="connsiteY236" fmla="*/ 2189622 h 2323145"/>
              <a:gd name="connsiteX237" fmla="*/ 1512113 w 11269336"/>
              <a:gd name="connsiteY237" fmla="*/ 2188534 h 2323145"/>
              <a:gd name="connsiteX238" fmla="*/ 1498838 w 11269336"/>
              <a:gd name="connsiteY238" fmla="*/ 2189213 h 2323145"/>
              <a:gd name="connsiteX239" fmla="*/ 1494279 w 11269336"/>
              <a:gd name="connsiteY239" fmla="*/ 2183112 h 2323145"/>
              <a:gd name="connsiteX240" fmla="*/ 1473714 w 11269336"/>
              <a:gd name="connsiteY240" fmla="*/ 2179625 h 2323145"/>
              <a:gd name="connsiteX241" fmla="*/ 1449503 w 11269336"/>
              <a:gd name="connsiteY241" fmla="*/ 2182633 h 2323145"/>
              <a:gd name="connsiteX242" fmla="*/ 1266687 w 11269336"/>
              <a:gd name="connsiteY242" fmla="*/ 2212688 h 2323145"/>
              <a:gd name="connsiteX243" fmla="*/ 1239614 w 11269336"/>
              <a:gd name="connsiteY243" fmla="*/ 2209727 h 2323145"/>
              <a:gd name="connsiteX244" fmla="*/ 1202436 w 11269336"/>
              <a:gd name="connsiteY244" fmla="*/ 2209817 h 2323145"/>
              <a:gd name="connsiteX245" fmla="*/ 1136097 w 11269336"/>
              <a:gd name="connsiteY245" fmla="*/ 2205112 h 2323145"/>
              <a:gd name="connsiteX246" fmla="*/ 988232 w 11269336"/>
              <a:gd name="connsiteY246" fmla="*/ 2235635 h 2323145"/>
              <a:gd name="connsiteX247" fmla="*/ 981959 w 11269336"/>
              <a:gd name="connsiteY247" fmla="*/ 2231607 h 2323145"/>
              <a:gd name="connsiteX248" fmla="*/ 938600 w 11269336"/>
              <a:gd name="connsiteY248" fmla="*/ 2238113 h 2323145"/>
              <a:gd name="connsiteX249" fmla="*/ 791788 w 11269336"/>
              <a:gd name="connsiteY249" fmla="*/ 2293224 h 2323145"/>
              <a:gd name="connsiteX250" fmla="*/ 706914 w 11269336"/>
              <a:gd name="connsiteY250" fmla="*/ 2305046 h 2323145"/>
              <a:gd name="connsiteX251" fmla="*/ 675971 w 11269336"/>
              <a:gd name="connsiteY251" fmla="*/ 2304030 h 2323145"/>
              <a:gd name="connsiteX252" fmla="*/ 624180 w 11269336"/>
              <a:gd name="connsiteY252" fmla="*/ 2302650 h 2323145"/>
              <a:gd name="connsiteX253" fmla="*/ 583453 w 11269336"/>
              <a:gd name="connsiteY253" fmla="*/ 2288788 h 2323145"/>
              <a:gd name="connsiteX254" fmla="*/ 540946 w 11269336"/>
              <a:gd name="connsiteY254" fmla="*/ 2292721 h 2323145"/>
              <a:gd name="connsiteX255" fmla="*/ 533680 w 11269336"/>
              <a:gd name="connsiteY255" fmla="*/ 2310233 h 2323145"/>
              <a:gd name="connsiteX256" fmla="*/ 487366 w 11269336"/>
              <a:gd name="connsiteY256" fmla="*/ 2309053 h 2323145"/>
              <a:gd name="connsiteX257" fmla="*/ 416820 w 11269336"/>
              <a:gd name="connsiteY257" fmla="*/ 2305443 h 2323145"/>
              <a:gd name="connsiteX258" fmla="*/ 376805 w 11269336"/>
              <a:gd name="connsiteY258" fmla="*/ 2307647 h 2323145"/>
              <a:gd name="connsiteX259" fmla="*/ 266777 w 11269336"/>
              <a:gd name="connsiteY259" fmla="*/ 2309012 h 2323145"/>
              <a:gd name="connsiteX260" fmla="*/ 156013 w 11269336"/>
              <a:gd name="connsiteY260" fmla="*/ 2306832 h 2323145"/>
              <a:gd name="connsiteX261" fmla="*/ 87258 w 11269336"/>
              <a:gd name="connsiteY261" fmla="*/ 2285511 h 2323145"/>
              <a:gd name="connsiteX262" fmla="*/ 23798 w 11269336"/>
              <a:gd name="connsiteY262" fmla="*/ 2281822 h 2323145"/>
              <a:gd name="connsiteX263" fmla="*/ 0 w 11269336"/>
              <a:gd name="connsiteY263" fmla="*/ 2285369 h 2323145"/>
              <a:gd name="connsiteX264" fmla="*/ 0 w 11269336"/>
              <a:gd name="connsiteY26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9062863 w 11269336"/>
              <a:gd name="connsiteY22" fmla="*/ 754656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33444 w 11269336"/>
              <a:gd name="connsiteY144" fmla="*/ 2181200 h 2323145"/>
              <a:gd name="connsiteX145" fmla="*/ 4492832 w 11269336"/>
              <a:gd name="connsiteY145" fmla="*/ 2188033 h 2323145"/>
              <a:gd name="connsiteX146" fmla="*/ 4467257 w 11269336"/>
              <a:gd name="connsiteY146" fmla="*/ 2196121 h 2323145"/>
              <a:gd name="connsiteX147" fmla="*/ 4459937 w 11269336"/>
              <a:gd name="connsiteY147" fmla="*/ 2195182 h 2323145"/>
              <a:gd name="connsiteX148" fmla="*/ 4433312 w 11269336"/>
              <a:gd name="connsiteY148" fmla="*/ 2199004 h 2323145"/>
              <a:gd name="connsiteX149" fmla="*/ 4420601 w 11269336"/>
              <a:gd name="connsiteY149" fmla="*/ 2205158 h 2323145"/>
              <a:gd name="connsiteX150" fmla="*/ 4405765 w 11269336"/>
              <a:gd name="connsiteY150" fmla="*/ 2199902 h 2323145"/>
              <a:gd name="connsiteX151" fmla="*/ 4401354 w 11269336"/>
              <a:gd name="connsiteY151" fmla="*/ 2194745 h 2323145"/>
              <a:gd name="connsiteX152" fmla="*/ 4383151 w 11269336"/>
              <a:gd name="connsiteY152" fmla="*/ 2201140 h 2323145"/>
              <a:gd name="connsiteX153" fmla="*/ 4366646 w 11269336"/>
              <a:gd name="connsiteY153" fmla="*/ 2198564 h 2323145"/>
              <a:gd name="connsiteX154" fmla="*/ 4354009 w 11269336"/>
              <a:gd name="connsiteY154" fmla="*/ 2204984 h 2323145"/>
              <a:gd name="connsiteX155" fmla="*/ 4348284 w 11269336"/>
              <a:gd name="connsiteY155" fmla="*/ 2205270 h 2323145"/>
              <a:gd name="connsiteX156" fmla="*/ 4333906 w 11269336"/>
              <a:gd name="connsiteY156" fmla="*/ 2205251 h 2323145"/>
              <a:gd name="connsiteX157" fmla="*/ 4308819 w 11269336"/>
              <a:gd name="connsiteY157" fmla="*/ 2203822 h 2323145"/>
              <a:gd name="connsiteX158" fmla="*/ 4301210 w 11269336"/>
              <a:gd name="connsiteY158" fmla="*/ 2204456 h 2323145"/>
              <a:gd name="connsiteX159" fmla="*/ 4283095 w 11269336"/>
              <a:gd name="connsiteY159" fmla="*/ 2198177 h 2323145"/>
              <a:gd name="connsiteX160" fmla="*/ 4250119 w 11269336"/>
              <a:gd name="connsiteY160" fmla="*/ 2196342 h 2323145"/>
              <a:gd name="connsiteX161" fmla="*/ 4189203 w 11269336"/>
              <a:gd name="connsiteY161" fmla="*/ 2178994 h 2323145"/>
              <a:gd name="connsiteX162" fmla="*/ 4154035 w 11269336"/>
              <a:gd name="connsiteY162" fmla="*/ 2171950 h 2323145"/>
              <a:gd name="connsiteX163" fmla="*/ 4129569 w 11269336"/>
              <a:gd name="connsiteY163" fmla="*/ 2163850 h 2323145"/>
              <a:gd name="connsiteX164" fmla="*/ 4061250 w 11269336"/>
              <a:gd name="connsiteY164" fmla="*/ 2159236 h 2323145"/>
              <a:gd name="connsiteX165" fmla="*/ 3945480 w 11269336"/>
              <a:gd name="connsiteY165" fmla="*/ 2158279 h 2323145"/>
              <a:gd name="connsiteX166" fmla="*/ 3921468 w 11269336"/>
              <a:gd name="connsiteY166" fmla="*/ 2156588 h 2323145"/>
              <a:gd name="connsiteX167" fmla="*/ 3903348 w 11269336"/>
              <a:gd name="connsiteY167" fmla="*/ 2149220 h 2323145"/>
              <a:gd name="connsiteX168" fmla="*/ 3901342 w 11269336"/>
              <a:gd name="connsiteY168" fmla="*/ 2142355 h 2323145"/>
              <a:gd name="connsiteX169" fmla="*/ 3888539 w 11269336"/>
              <a:gd name="connsiteY169" fmla="*/ 2140476 h 2323145"/>
              <a:gd name="connsiteX170" fmla="*/ 3885662 w 11269336"/>
              <a:gd name="connsiteY170" fmla="*/ 2138740 h 2323145"/>
              <a:gd name="connsiteX171" fmla="*/ 3868627 w 11269336"/>
              <a:gd name="connsiteY171" fmla="*/ 2130023 h 2323145"/>
              <a:gd name="connsiteX172" fmla="*/ 3819177 w 11269336"/>
              <a:gd name="connsiteY172" fmla="*/ 2142111 h 2323145"/>
              <a:gd name="connsiteX173" fmla="*/ 3769100 w 11269336"/>
              <a:gd name="connsiteY173" fmla="*/ 2131731 h 2323145"/>
              <a:gd name="connsiteX174" fmla="*/ 3562752 w 11269336"/>
              <a:gd name="connsiteY174" fmla="*/ 2131785 h 2323145"/>
              <a:gd name="connsiteX175" fmla="*/ 3541402 w 11269336"/>
              <a:gd name="connsiteY175" fmla="*/ 2106821 h 2323145"/>
              <a:gd name="connsiteX176" fmla="*/ 3365341 w 11269336"/>
              <a:gd name="connsiteY176" fmla="*/ 2077638 h 2323145"/>
              <a:gd name="connsiteX177" fmla="*/ 3170922 w 11269336"/>
              <a:gd name="connsiteY177" fmla="*/ 2115957 h 2323145"/>
              <a:gd name="connsiteX178" fmla="*/ 3156256 w 11269336"/>
              <a:gd name="connsiteY178" fmla="*/ 2124773 h 2323145"/>
              <a:gd name="connsiteX179" fmla="*/ 3140298 w 11269336"/>
              <a:gd name="connsiteY179" fmla="*/ 2129182 h 2323145"/>
              <a:gd name="connsiteX180" fmla="*/ 3138514 w 11269336"/>
              <a:gd name="connsiteY180" fmla="*/ 2128069 h 2323145"/>
              <a:gd name="connsiteX181" fmla="*/ 3120467 w 11269336"/>
              <a:gd name="connsiteY181" fmla="*/ 2128281 h 2323145"/>
              <a:gd name="connsiteX182" fmla="*/ 3116175 w 11269336"/>
              <a:gd name="connsiteY182" fmla="*/ 2131633 h 2323145"/>
              <a:gd name="connsiteX183" fmla="*/ 3103685 w 11269336"/>
              <a:gd name="connsiteY183" fmla="*/ 2132814 h 2323145"/>
              <a:gd name="connsiteX184" fmla="*/ 3078794 w 11269336"/>
              <a:gd name="connsiteY184" fmla="*/ 2137935 h 2323145"/>
              <a:gd name="connsiteX185" fmla="*/ 3074407 w 11269336"/>
              <a:gd name="connsiteY185" fmla="*/ 2136274 h 2323145"/>
              <a:gd name="connsiteX186" fmla="*/ 3037285 w 11269336"/>
              <a:gd name="connsiteY186" fmla="*/ 2139919 h 2323145"/>
              <a:gd name="connsiteX187" fmla="*/ 3036901 w 11269336"/>
              <a:gd name="connsiteY187" fmla="*/ 2138726 h 2323145"/>
              <a:gd name="connsiteX188" fmla="*/ 3026996 w 11269336"/>
              <a:gd name="connsiteY188" fmla="*/ 2134322 h 2323145"/>
              <a:gd name="connsiteX189" fmla="*/ 3007772 w 11269336"/>
              <a:gd name="connsiteY189" fmla="*/ 2128742 h 2323145"/>
              <a:gd name="connsiteX190" fmla="*/ 2965030 w 11269336"/>
              <a:gd name="connsiteY190" fmla="*/ 2100494 h 2323145"/>
              <a:gd name="connsiteX191" fmla="*/ 2926342 w 11269336"/>
              <a:gd name="connsiteY191" fmla="*/ 2104155 h 2323145"/>
              <a:gd name="connsiteX192" fmla="*/ 2918608 w 11269336"/>
              <a:gd name="connsiteY192" fmla="*/ 2104215 h 2323145"/>
              <a:gd name="connsiteX193" fmla="*/ 2918475 w 11269336"/>
              <a:gd name="connsiteY193" fmla="*/ 2103937 h 2323145"/>
              <a:gd name="connsiteX194" fmla="*/ 2910360 w 11269336"/>
              <a:gd name="connsiteY194" fmla="*/ 2103444 h 2323145"/>
              <a:gd name="connsiteX195" fmla="*/ 2904507 w 11269336"/>
              <a:gd name="connsiteY195" fmla="*/ 2104326 h 2323145"/>
              <a:gd name="connsiteX196" fmla="*/ 2889503 w 11269336"/>
              <a:gd name="connsiteY196" fmla="*/ 2104443 h 2323145"/>
              <a:gd name="connsiteX197" fmla="*/ 2884480 w 11269336"/>
              <a:gd name="connsiteY197" fmla="*/ 2102626 h 2323145"/>
              <a:gd name="connsiteX198" fmla="*/ 2882689 w 11269336"/>
              <a:gd name="connsiteY198" fmla="*/ 2099228 h 2323145"/>
              <a:gd name="connsiteX199" fmla="*/ 2881291 w 11269336"/>
              <a:gd name="connsiteY199" fmla="*/ 2099618 h 2323145"/>
              <a:gd name="connsiteX200" fmla="*/ 2853979 w 11269336"/>
              <a:gd name="connsiteY200" fmla="*/ 2090388 h 2323145"/>
              <a:gd name="connsiteX201" fmla="*/ 2791790 w 11269336"/>
              <a:gd name="connsiteY201" fmla="*/ 2080332 h 2323145"/>
              <a:gd name="connsiteX202" fmla="*/ 2755844 w 11269336"/>
              <a:gd name="connsiteY202" fmla="*/ 2078874 h 2323145"/>
              <a:gd name="connsiteX203" fmla="*/ 2657742 w 11269336"/>
              <a:gd name="connsiteY203" fmla="*/ 2070179 h 2323145"/>
              <a:gd name="connsiteX204" fmla="*/ 2559549 w 11269336"/>
              <a:gd name="connsiteY204" fmla="*/ 2057873 h 2323145"/>
              <a:gd name="connsiteX205" fmla="*/ 2512054 w 11269336"/>
              <a:gd name="connsiteY205" fmla="*/ 2031671 h 2323145"/>
              <a:gd name="connsiteX206" fmla="*/ 2506437 w 11269336"/>
              <a:gd name="connsiteY206" fmla="*/ 2030918 h 2323145"/>
              <a:gd name="connsiteX207" fmla="*/ 2491752 w 11269336"/>
              <a:gd name="connsiteY207" fmla="*/ 2033906 h 2323145"/>
              <a:gd name="connsiteX208" fmla="*/ 2486338 w 11269336"/>
              <a:gd name="connsiteY208" fmla="*/ 2035862 h 2323145"/>
              <a:gd name="connsiteX209" fmla="*/ 2478186 w 11269336"/>
              <a:gd name="connsiteY209" fmla="*/ 2036953 h 2323145"/>
              <a:gd name="connsiteX210" fmla="*/ 2477950 w 11269336"/>
              <a:gd name="connsiteY210" fmla="*/ 2036715 h 2323145"/>
              <a:gd name="connsiteX211" fmla="*/ 2470381 w 11269336"/>
              <a:gd name="connsiteY211" fmla="*/ 2038256 h 2323145"/>
              <a:gd name="connsiteX212" fmla="*/ 2433781 w 11269336"/>
              <a:gd name="connsiteY212" fmla="*/ 2049140 h 2323145"/>
              <a:gd name="connsiteX213" fmla="*/ 2381172 w 11269336"/>
              <a:gd name="connsiteY213" fmla="*/ 2030645 h 2323145"/>
              <a:gd name="connsiteX214" fmla="*/ 2360198 w 11269336"/>
              <a:gd name="connsiteY214" fmla="*/ 2029059 h 2323145"/>
              <a:gd name="connsiteX215" fmla="*/ 2348815 w 11269336"/>
              <a:gd name="connsiteY215" fmla="*/ 2026798 h 2323145"/>
              <a:gd name="connsiteX216" fmla="*/ 2347988 w 11269336"/>
              <a:gd name="connsiteY216" fmla="*/ 2025745 h 2323145"/>
              <a:gd name="connsiteX217" fmla="*/ 2312920 w 11269336"/>
              <a:gd name="connsiteY217" fmla="*/ 2036311 h 2323145"/>
              <a:gd name="connsiteX218" fmla="*/ 2307986 w 11269336"/>
              <a:gd name="connsiteY218" fmla="*/ 2035583 h 2323145"/>
              <a:gd name="connsiteX219" fmla="*/ 2285481 w 11269336"/>
              <a:gd name="connsiteY219" fmla="*/ 2045197 h 2323145"/>
              <a:gd name="connsiteX220" fmla="*/ 2273666 w 11269336"/>
              <a:gd name="connsiteY220" fmla="*/ 2048710 h 2323145"/>
              <a:gd name="connsiteX221" fmla="*/ 2270719 w 11269336"/>
              <a:gd name="connsiteY221" fmla="*/ 2052702 h 2323145"/>
              <a:gd name="connsiteX222" fmla="*/ 2253080 w 11269336"/>
              <a:gd name="connsiteY222" fmla="*/ 2056363 h 2323145"/>
              <a:gd name="connsiteX223" fmla="*/ 2250906 w 11269336"/>
              <a:gd name="connsiteY223" fmla="*/ 2055654 h 2323145"/>
              <a:gd name="connsiteX224" fmla="*/ 2236905 w 11269336"/>
              <a:gd name="connsiteY224" fmla="*/ 2062882 h 2323145"/>
              <a:gd name="connsiteX225" fmla="*/ 2225830 w 11269336"/>
              <a:gd name="connsiteY225" fmla="*/ 2074027 h 2323145"/>
              <a:gd name="connsiteX226" fmla="*/ 2073776 w 11269336"/>
              <a:gd name="connsiteY226" fmla="*/ 2089244 h 2323145"/>
              <a:gd name="connsiteX227" fmla="*/ 1948256 w 11269336"/>
              <a:gd name="connsiteY227" fmla="*/ 2146616 h 2323145"/>
              <a:gd name="connsiteX228" fmla="*/ 1865582 w 11269336"/>
              <a:gd name="connsiteY228" fmla="*/ 2153738 h 2323145"/>
              <a:gd name="connsiteX229" fmla="*/ 1835210 w 11269336"/>
              <a:gd name="connsiteY229" fmla="*/ 2134244 h 2323145"/>
              <a:gd name="connsiteX230" fmla="*/ 1632661 w 11269336"/>
              <a:gd name="connsiteY230" fmla="*/ 2173882 h 2323145"/>
              <a:gd name="connsiteX231" fmla="*/ 1579590 w 11269336"/>
              <a:gd name="connsiteY231" fmla="*/ 2173680 h 2323145"/>
              <a:gd name="connsiteX232" fmla="*/ 1535601 w 11269336"/>
              <a:gd name="connsiteY232" fmla="*/ 2194590 h 2323145"/>
              <a:gd name="connsiteX233" fmla="*/ 1515594 w 11269336"/>
              <a:gd name="connsiteY233" fmla="*/ 2189622 h 2323145"/>
              <a:gd name="connsiteX234" fmla="*/ 1512113 w 11269336"/>
              <a:gd name="connsiteY234" fmla="*/ 2188534 h 2323145"/>
              <a:gd name="connsiteX235" fmla="*/ 1498838 w 11269336"/>
              <a:gd name="connsiteY235" fmla="*/ 2189213 h 2323145"/>
              <a:gd name="connsiteX236" fmla="*/ 1494279 w 11269336"/>
              <a:gd name="connsiteY236" fmla="*/ 2183112 h 2323145"/>
              <a:gd name="connsiteX237" fmla="*/ 1473714 w 11269336"/>
              <a:gd name="connsiteY237" fmla="*/ 2179625 h 2323145"/>
              <a:gd name="connsiteX238" fmla="*/ 1449503 w 11269336"/>
              <a:gd name="connsiteY238" fmla="*/ 2182633 h 2323145"/>
              <a:gd name="connsiteX239" fmla="*/ 1266687 w 11269336"/>
              <a:gd name="connsiteY239" fmla="*/ 2212688 h 2323145"/>
              <a:gd name="connsiteX240" fmla="*/ 1239614 w 11269336"/>
              <a:gd name="connsiteY240" fmla="*/ 2209727 h 2323145"/>
              <a:gd name="connsiteX241" fmla="*/ 1202436 w 11269336"/>
              <a:gd name="connsiteY241" fmla="*/ 2209817 h 2323145"/>
              <a:gd name="connsiteX242" fmla="*/ 1136097 w 11269336"/>
              <a:gd name="connsiteY242" fmla="*/ 2205112 h 2323145"/>
              <a:gd name="connsiteX243" fmla="*/ 988232 w 11269336"/>
              <a:gd name="connsiteY243" fmla="*/ 2235635 h 2323145"/>
              <a:gd name="connsiteX244" fmla="*/ 981959 w 11269336"/>
              <a:gd name="connsiteY244" fmla="*/ 2231607 h 2323145"/>
              <a:gd name="connsiteX245" fmla="*/ 938600 w 11269336"/>
              <a:gd name="connsiteY245" fmla="*/ 2238113 h 2323145"/>
              <a:gd name="connsiteX246" fmla="*/ 791788 w 11269336"/>
              <a:gd name="connsiteY246" fmla="*/ 2293224 h 2323145"/>
              <a:gd name="connsiteX247" fmla="*/ 706914 w 11269336"/>
              <a:gd name="connsiteY247" fmla="*/ 2305046 h 2323145"/>
              <a:gd name="connsiteX248" fmla="*/ 675971 w 11269336"/>
              <a:gd name="connsiteY248" fmla="*/ 2304030 h 2323145"/>
              <a:gd name="connsiteX249" fmla="*/ 624180 w 11269336"/>
              <a:gd name="connsiteY249" fmla="*/ 2302650 h 2323145"/>
              <a:gd name="connsiteX250" fmla="*/ 583453 w 11269336"/>
              <a:gd name="connsiteY250" fmla="*/ 2288788 h 2323145"/>
              <a:gd name="connsiteX251" fmla="*/ 540946 w 11269336"/>
              <a:gd name="connsiteY251" fmla="*/ 2292721 h 2323145"/>
              <a:gd name="connsiteX252" fmla="*/ 533680 w 11269336"/>
              <a:gd name="connsiteY252" fmla="*/ 2310233 h 2323145"/>
              <a:gd name="connsiteX253" fmla="*/ 487366 w 11269336"/>
              <a:gd name="connsiteY253" fmla="*/ 2309053 h 2323145"/>
              <a:gd name="connsiteX254" fmla="*/ 416820 w 11269336"/>
              <a:gd name="connsiteY254" fmla="*/ 2305443 h 2323145"/>
              <a:gd name="connsiteX255" fmla="*/ 376805 w 11269336"/>
              <a:gd name="connsiteY255" fmla="*/ 2307647 h 2323145"/>
              <a:gd name="connsiteX256" fmla="*/ 266777 w 11269336"/>
              <a:gd name="connsiteY256" fmla="*/ 2309012 h 2323145"/>
              <a:gd name="connsiteX257" fmla="*/ 156013 w 11269336"/>
              <a:gd name="connsiteY257" fmla="*/ 2306832 h 2323145"/>
              <a:gd name="connsiteX258" fmla="*/ 87258 w 11269336"/>
              <a:gd name="connsiteY258" fmla="*/ 2285511 h 2323145"/>
              <a:gd name="connsiteX259" fmla="*/ 23798 w 11269336"/>
              <a:gd name="connsiteY259" fmla="*/ 2281822 h 2323145"/>
              <a:gd name="connsiteX260" fmla="*/ 0 w 11269336"/>
              <a:gd name="connsiteY260" fmla="*/ 2285369 h 2323145"/>
              <a:gd name="connsiteX261" fmla="*/ 0 w 11269336"/>
              <a:gd name="connsiteY26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593061 w 11269336"/>
              <a:gd name="connsiteY142" fmla="*/ 2171597 h 2323145"/>
              <a:gd name="connsiteX143" fmla="*/ 4533444 w 11269336"/>
              <a:gd name="connsiteY143" fmla="*/ 2181200 h 2323145"/>
              <a:gd name="connsiteX144" fmla="*/ 4492832 w 11269336"/>
              <a:gd name="connsiteY144" fmla="*/ 2188033 h 2323145"/>
              <a:gd name="connsiteX145" fmla="*/ 4467257 w 11269336"/>
              <a:gd name="connsiteY145" fmla="*/ 2196121 h 2323145"/>
              <a:gd name="connsiteX146" fmla="*/ 4459937 w 11269336"/>
              <a:gd name="connsiteY146" fmla="*/ 2195182 h 2323145"/>
              <a:gd name="connsiteX147" fmla="*/ 4433312 w 11269336"/>
              <a:gd name="connsiteY147" fmla="*/ 2199004 h 2323145"/>
              <a:gd name="connsiteX148" fmla="*/ 4420601 w 11269336"/>
              <a:gd name="connsiteY148" fmla="*/ 2205158 h 2323145"/>
              <a:gd name="connsiteX149" fmla="*/ 4405765 w 11269336"/>
              <a:gd name="connsiteY149" fmla="*/ 2199902 h 2323145"/>
              <a:gd name="connsiteX150" fmla="*/ 4401354 w 11269336"/>
              <a:gd name="connsiteY150" fmla="*/ 2194745 h 2323145"/>
              <a:gd name="connsiteX151" fmla="*/ 4383151 w 11269336"/>
              <a:gd name="connsiteY151" fmla="*/ 2201140 h 2323145"/>
              <a:gd name="connsiteX152" fmla="*/ 4366646 w 11269336"/>
              <a:gd name="connsiteY152" fmla="*/ 2198564 h 2323145"/>
              <a:gd name="connsiteX153" fmla="*/ 4354009 w 11269336"/>
              <a:gd name="connsiteY153" fmla="*/ 2204984 h 2323145"/>
              <a:gd name="connsiteX154" fmla="*/ 4348284 w 11269336"/>
              <a:gd name="connsiteY154" fmla="*/ 2205270 h 2323145"/>
              <a:gd name="connsiteX155" fmla="*/ 4333906 w 11269336"/>
              <a:gd name="connsiteY155" fmla="*/ 2205251 h 2323145"/>
              <a:gd name="connsiteX156" fmla="*/ 4308819 w 11269336"/>
              <a:gd name="connsiteY156" fmla="*/ 2203822 h 2323145"/>
              <a:gd name="connsiteX157" fmla="*/ 4301210 w 11269336"/>
              <a:gd name="connsiteY157" fmla="*/ 2204456 h 2323145"/>
              <a:gd name="connsiteX158" fmla="*/ 4283095 w 11269336"/>
              <a:gd name="connsiteY158" fmla="*/ 2198177 h 2323145"/>
              <a:gd name="connsiteX159" fmla="*/ 4250119 w 11269336"/>
              <a:gd name="connsiteY159" fmla="*/ 2196342 h 2323145"/>
              <a:gd name="connsiteX160" fmla="*/ 4189203 w 11269336"/>
              <a:gd name="connsiteY160" fmla="*/ 2178994 h 2323145"/>
              <a:gd name="connsiteX161" fmla="*/ 4154035 w 11269336"/>
              <a:gd name="connsiteY161" fmla="*/ 2171950 h 2323145"/>
              <a:gd name="connsiteX162" fmla="*/ 4129569 w 11269336"/>
              <a:gd name="connsiteY162" fmla="*/ 2163850 h 2323145"/>
              <a:gd name="connsiteX163" fmla="*/ 4061250 w 11269336"/>
              <a:gd name="connsiteY163" fmla="*/ 2159236 h 2323145"/>
              <a:gd name="connsiteX164" fmla="*/ 3945480 w 11269336"/>
              <a:gd name="connsiteY164" fmla="*/ 2158279 h 2323145"/>
              <a:gd name="connsiteX165" fmla="*/ 3921468 w 11269336"/>
              <a:gd name="connsiteY165" fmla="*/ 2156588 h 2323145"/>
              <a:gd name="connsiteX166" fmla="*/ 3903348 w 11269336"/>
              <a:gd name="connsiteY166" fmla="*/ 2149220 h 2323145"/>
              <a:gd name="connsiteX167" fmla="*/ 3901342 w 11269336"/>
              <a:gd name="connsiteY167" fmla="*/ 2142355 h 2323145"/>
              <a:gd name="connsiteX168" fmla="*/ 3888539 w 11269336"/>
              <a:gd name="connsiteY168" fmla="*/ 2140476 h 2323145"/>
              <a:gd name="connsiteX169" fmla="*/ 3885662 w 11269336"/>
              <a:gd name="connsiteY169" fmla="*/ 2138740 h 2323145"/>
              <a:gd name="connsiteX170" fmla="*/ 3868627 w 11269336"/>
              <a:gd name="connsiteY170" fmla="*/ 2130023 h 2323145"/>
              <a:gd name="connsiteX171" fmla="*/ 3819177 w 11269336"/>
              <a:gd name="connsiteY171" fmla="*/ 2142111 h 2323145"/>
              <a:gd name="connsiteX172" fmla="*/ 3769100 w 11269336"/>
              <a:gd name="connsiteY172" fmla="*/ 2131731 h 2323145"/>
              <a:gd name="connsiteX173" fmla="*/ 3562752 w 11269336"/>
              <a:gd name="connsiteY173" fmla="*/ 2131785 h 2323145"/>
              <a:gd name="connsiteX174" fmla="*/ 3541402 w 11269336"/>
              <a:gd name="connsiteY174" fmla="*/ 2106821 h 2323145"/>
              <a:gd name="connsiteX175" fmla="*/ 3365341 w 11269336"/>
              <a:gd name="connsiteY175" fmla="*/ 2077638 h 2323145"/>
              <a:gd name="connsiteX176" fmla="*/ 3170922 w 11269336"/>
              <a:gd name="connsiteY176" fmla="*/ 2115957 h 2323145"/>
              <a:gd name="connsiteX177" fmla="*/ 3156256 w 11269336"/>
              <a:gd name="connsiteY177" fmla="*/ 2124773 h 2323145"/>
              <a:gd name="connsiteX178" fmla="*/ 3140298 w 11269336"/>
              <a:gd name="connsiteY178" fmla="*/ 2129182 h 2323145"/>
              <a:gd name="connsiteX179" fmla="*/ 3138514 w 11269336"/>
              <a:gd name="connsiteY179" fmla="*/ 2128069 h 2323145"/>
              <a:gd name="connsiteX180" fmla="*/ 3120467 w 11269336"/>
              <a:gd name="connsiteY180" fmla="*/ 2128281 h 2323145"/>
              <a:gd name="connsiteX181" fmla="*/ 3116175 w 11269336"/>
              <a:gd name="connsiteY181" fmla="*/ 2131633 h 2323145"/>
              <a:gd name="connsiteX182" fmla="*/ 3103685 w 11269336"/>
              <a:gd name="connsiteY182" fmla="*/ 2132814 h 2323145"/>
              <a:gd name="connsiteX183" fmla="*/ 3078794 w 11269336"/>
              <a:gd name="connsiteY183" fmla="*/ 2137935 h 2323145"/>
              <a:gd name="connsiteX184" fmla="*/ 3074407 w 11269336"/>
              <a:gd name="connsiteY184" fmla="*/ 2136274 h 2323145"/>
              <a:gd name="connsiteX185" fmla="*/ 3037285 w 11269336"/>
              <a:gd name="connsiteY185" fmla="*/ 2139919 h 2323145"/>
              <a:gd name="connsiteX186" fmla="*/ 3036901 w 11269336"/>
              <a:gd name="connsiteY186" fmla="*/ 2138726 h 2323145"/>
              <a:gd name="connsiteX187" fmla="*/ 3026996 w 11269336"/>
              <a:gd name="connsiteY187" fmla="*/ 2134322 h 2323145"/>
              <a:gd name="connsiteX188" fmla="*/ 3007772 w 11269336"/>
              <a:gd name="connsiteY188" fmla="*/ 2128742 h 2323145"/>
              <a:gd name="connsiteX189" fmla="*/ 2965030 w 11269336"/>
              <a:gd name="connsiteY189" fmla="*/ 2100494 h 2323145"/>
              <a:gd name="connsiteX190" fmla="*/ 2926342 w 11269336"/>
              <a:gd name="connsiteY190" fmla="*/ 2104155 h 2323145"/>
              <a:gd name="connsiteX191" fmla="*/ 2918608 w 11269336"/>
              <a:gd name="connsiteY191" fmla="*/ 2104215 h 2323145"/>
              <a:gd name="connsiteX192" fmla="*/ 2918475 w 11269336"/>
              <a:gd name="connsiteY192" fmla="*/ 2103937 h 2323145"/>
              <a:gd name="connsiteX193" fmla="*/ 2910360 w 11269336"/>
              <a:gd name="connsiteY193" fmla="*/ 2103444 h 2323145"/>
              <a:gd name="connsiteX194" fmla="*/ 2904507 w 11269336"/>
              <a:gd name="connsiteY194" fmla="*/ 2104326 h 2323145"/>
              <a:gd name="connsiteX195" fmla="*/ 2889503 w 11269336"/>
              <a:gd name="connsiteY195" fmla="*/ 2104443 h 2323145"/>
              <a:gd name="connsiteX196" fmla="*/ 2884480 w 11269336"/>
              <a:gd name="connsiteY196" fmla="*/ 2102626 h 2323145"/>
              <a:gd name="connsiteX197" fmla="*/ 2882689 w 11269336"/>
              <a:gd name="connsiteY197" fmla="*/ 2099228 h 2323145"/>
              <a:gd name="connsiteX198" fmla="*/ 2881291 w 11269336"/>
              <a:gd name="connsiteY198" fmla="*/ 2099618 h 2323145"/>
              <a:gd name="connsiteX199" fmla="*/ 2853979 w 11269336"/>
              <a:gd name="connsiteY199" fmla="*/ 2090388 h 2323145"/>
              <a:gd name="connsiteX200" fmla="*/ 2791790 w 11269336"/>
              <a:gd name="connsiteY200" fmla="*/ 2080332 h 2323145"/>
              <a:gd name="connsiteX201" fmla="*/ 2755844 w 11269336"/>
              <a:gd name="connsiteY201" fmla="*/ 2078874 h 2323145"/>
              <a:gd name="connsiteX202" fmla="*/ 2657742 w 11269336"/>
              <a:gd name="connsiteY202" fmla="*/ 2070179 h 2323145"/>
              <a:gd name="connsiteX203" fmla="*/ 2559549 w 11269336"/>
              <a:gd name="connsiteY203" fmla="*/ 2057873 h 2323145"/>
              <a:gd name="connsiteX204" fmla="*/ 2512054 w 11269336"/>
              <a:gd name="connsiteY204" fmla="*/ 2031671 h 2323145"/>
              <a:gd name="connsiteX205" fmla="*/ 2506437 w 11269336"/>
              <a:gd name="connsiteY205" fmla="*/ 2030918 h 2323145"/>
              <a:gd name="connsiteX206" fmla="*/ 2491752 w 11269336"/>
              <a:gd name="connsiteY206" fmla="*/ 2033906 h 2323145"/>
              <a:gd name="connsiteX207" fmla="*/ 2486338 w 11269336"/>
              <a:gd name="connsiteY207" fmla="*/ 2035862 h 2323145"/>
              <a:gd name="connsiteX208" fmla="*/ 2478186 w 11269336"/>
              <a:gd name="connsiteY208" fmla="*/ 2036953 h 2323145"/>
              <a:gd name="connsiteX209" fmla="*/ 2477950 w 11269336"/>
              <a:gd name="connsiteY209" fmla="*/ 2036715 h 2323145"/>
              <a:gd name="connsiteX210" fmla="*/ 2470381 w 11269336"/>
              <a:gd name="connsiteY210" fmla="*/ 2038256 h 2323145"/>
              <a:gd name="connsiteX211" fmla="*/ 2433781 w 11269336"/>
              <a:gd name="connsiteY211" fmla="*/ 2049140 h 2323145"/>
              <a:gd name="connsiteX212" fmla="*/ 2381172 w 11269336"/>
              <a:gd name="connsiteY212" fmla="*/ 2030645 h 2323145"/>
              <a:gd name="connsiteX213" fmla="*/ 2360198 w 11269336"/>
              <a:gd name="connsiteY213" fmla="*/ 2029059 h 2323145"/>
              <a:gd name="connsiteX214" fmla="*/ 2348815 w 11269336"/>
              <a:gd name="connsiteY214" fmla="*/ 2026798 h 2323145"/>
              <a:gd name="connsiteX215" fmla="*/ 2347988 w 11269336"/>
              <a:gd name="connsiteY215" fmla="*/ 2025745 h 2323145"/>
              <a:gd name="connsiteX216" fmla="*/ 2312920 w 11269336"/>
              <a:gd name="connsiteY216" fmla="*/ 2036311 h 2323145"/>
              <a:gd name="connsiteX217" fmla="*/ 2307986 w 11269336"/>
              <a:gd name="connsiteY217" fmla="*/ 2035583 h 2323145"/>
              <a:gd name="connsiteX218" fmla="*/ 2285481 w 11269336"/>
              <a:gd name="connsiteY218" fmla="*/ 2045197 h 2323145"/>
              <a:gd name="connsiteX219" fmla="*/ 2273666 w 11269336"/>
              <a:gd name="connsiteY219" fmla="*/ 2048710 h 2323145"/>
              <a:gd name="connsiteX220" fmla="*/ 2270719 w 11269336"/>
              <a:gd name="connsiteY220" fmla="*/ 2052702 h 2323145"/>
              <a:gd name="connsiteX221" fmla="*/ 2253080 w 11269336"/>
              <a:gd name="connsiteY221" fmla="*/ 2056363 h 2323145"/>
              <a:gd name="connsiteX222" fmla="*/ 2250906 w 11269336"/>
              <a:gd name="connsiteY222" fmla="*/ 2055654 h 2323145"/>
              <a:gd name="connsiteX223" fmla="*/ 2236905 w 11269336"/>
              <a:gd name="connsiteY223" fmla="*/ 2062882 h 2323145"/>
              <a:gd name="connsiteX224" fmla="*/ 2225830 w 11269336"/>
              <a:gd name="connsiteY224" fmla="*/ 2074027 h 2323145"/>
              <a:gd name="connsiteX225" fmla="*/ 2073776 w 11269336"/>
              <a:gd name="connsiteY225" fmla="*/ 2089244 h 2323145"/>
              <a:gd name="connsiteX226" fmla="*/ 1948256 w 11269336"/>
              <a:gd name="connsiteY226" fmla="*/ 2146616 h 2323145"/>
              <a:gd name="connsiteX227" fmla="*/ 1865582 w 11269336"/>
              <a:gd name="connsiteY227" fmla="*/ 2153738 h 2323145"/>
              <a:gd name="connsiteX228" fmla="*/ 1835210 w 11269336"/>
              <a:gd name="connsiteY228" fmla="*/ 2134244 h 2323145"/>
              <a:gd name="connsiteX229" fmla="*/ 1632661 w 11269336"/>
              <a:gd name="connsiteY229" fmla="*/ 2173882 h 2323145"/>
              <a:gd name="connsiteX230" fmla="*/ 1579590 w 11269336"/>
              <a:gd name="connsiteY230" fmla="*/ 2173680 h 2323145"/>
              <a:gd name="connsiteX231" fmla="*/ 1535601 w 11269336"/>
              <a:gd name="connsiteY231" fmla="*/ 2194590 h 2323145"/>
              <a:gd name="connsiteX232" fmla="*/ 1515594 w 11269336"/>
              <a:gd name="connsiteY232" fmla="*/ 2189622 h 2323145"/>
              <a:gd name="connsiteX233" fmla="*/ 1512113 w 11269336"/>
              <a:gd name="connsiteY233" fmla="*/ 2188534 h 2323145"/>
              <a:gd name="connsiteX234" fmla="*/ 1498838 w 11269336"/>
              <a:gd name="connsiteY234" fmla="*/ 2189213 h 2323145"/>
              <a:gd name="connsiteX235" fmla="*/ 1494279 w 11269336"/>
              <a:gd name="connsiteY235" fmla="*/ 2183112 h 2323145"/>
              <a:gd name="connsiteX236" fmla="*/ 1473714 w 11269336"/>
              <a:gd name="connsiteY236" fmla="*/ 2179625 h 2323145"/>
              <a:gd name="connsiteX237" fmla="*/ 1449503 w 11269336"/>
              <a:gd name="connsiteY237" fmla="*/ 2182633 h 2323145"/>
              <a:gd name="connsiteX238" fmla="*/ 1266687 w 11269336"/>
              <a:gd name="connsiteY238" fmla="*/ 2212688 h 2323145"/>
              <a:gd name="connsiteX239" fmla="*/ 1239614 w 11269336"/>
              <a:gd name="connsiteY239" fmla="*/ 2209727 h 2323145"/>
              <a:gd name="connsiteX240" fmla="*/ 1202436 w 11269336"/>
              <a:gd name="connsiteY240" fmla="*/ 2209817 h 2323145"/>
              <a:gd name="connsiteX241" fmla="*/ 1136097 w 11269336"/>
              <a:gd name="connsiteY241" fmla="*/ 2205112 h 2323145"/>
              <a:gd name="connsiteX242" fmla="*/ 988232 w 11269336"/>
              <a:gd name="connsiteY242" fmla="*/ 2235635 h 2323145"/>
              <a:gd name="connsiteX243" fmla="*/ 981959 w 11269336"/>
              <a:gd name="connsiteY243" fmla="*/ 2231607 h 2323145"/>
              <a:gd name="connsiteX244" fmla="*/ 938600 w 11269336"/>
              <a:gd name="connsiteY244" fmla="*/ 2238113 h 2323145"/>
              <a:gd name="connsiteX245" fmla="*/ 791788 w 11269336"/>
              <a:gd name="connsiteY245" fmla="*/ 2293224 h 2323145"/>
              <a:gd name="connsiteX246" fmla="*/ 706914 w 11269336"/>
              <a:gd name="connsiteY246" fmla="*/ 2305046 h 2323145"/>
              <a:gd name="connsiteX247" fmla="*/ 675971 w 11269336"/>
              <a:gd name="connsiteY247" fmla="*/ 2304030 h 2323145"/>
              <a:gd name="connsiteX248" fmla="*/ 624180 w 11269336"/>
              <a:gd name="connsiteY248" fmla="*/ 2302650 h 2323145"/>
              <a:gd name="connsiteX249" fmla="*/ 583453 w 11269336"/>
              <a:gd name="connsiteY249" fmla="*/ 2288788 h 2323145"/>
              <a:gd name="connsiteX250" fmla="*/ 540946 w 11269336"/>
              <a:gd name="connsiteY250" fmla="*/ 2292721 h 2323145"/>
              <a:gd name="connsiteX251" fmla="*/ 533680 w 11269336"/>
              <a:gd name="connsiteY251" fmla="*/ 2310233 h 2323145"/>
              <a:gd name="connsiteX252" fmla="*/ 487366 w 11269336"/>
              <a:gd name="connsiteY252" fmla="*/ 2309053 h 2323145"/>
              <a:gd name="connsiteX253" fmla="*/ 416820 w 11269336"/>
              <a:gd name="connsiteY253" fmla="*/ 2305443 h 2323145"/>
              <a:gd name="connsiteX254" fmla="*/ 376805 w 11269336"/>
              <a:gd name="connsiteY254" fmla="*/ 2307647 h 2323145"/>
              <a:gd name="connsiteX255" fmla="*/ 266777 w 11269336"/>
              <a:gd name="connsiteY255" fmla="*/ 2309012 h 2323145"/>
              <a:gd name="connsiteX256" fmla="*/ 156013 w 11269336"/>
              <a:gd name="connsiteY256" fmla="*/ 2306832 h 2323145"/>
              <a:gd name="connsiteX257" fmla="*/ 87258 w 11269336"/>
              <a:gd name="connsiteY257" fmla="*/ 2285511 h 2323145"/>
              <a:gd name="connsiteX258" fmla="*/ 23798 w 11269336"/>
              <a:gd name="connsiteY258" fmla="*/ 2281822 h 2323145"/>
              <a:gd name="connsiteX259" fmla="*/ 0 w 11269336"/>
              <a:gd name="connsiteY259" fmla="*/ 2285369 h 2323145"/>
              <a:gd name="connsiteX260" fmla="*/ 0 w 11269336"/>
              <a:gd name="connsiteY26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593061 w 11269336"/>
              <a:gd name="connsiteY141" fmla="*/ 2171597 h 2323145"/>
              <a:gd name="connsiteX142" fmla="*/ 4533444 w 11269336"/>
              <a:gd name="connsiteY142" fmla="*/ 2181200 h 2323145"/>
              <a:gd name="connsiteX143" fmla="*/ 4492832 w 11269336"/>
              <a:gd name="connsiteY143" fmla="*/ 2188033 h 2323145"/>
              <a:gd name="connsiteX144" fmla="*/ 4467257 w 11269336"/>
              <a:gd name="connsiteY144" fmla="*/ 2196121 h 2323145"/>
              <a:gd name="connsiteX145" fmla="*/ 4459937 w 11269336"/>
              <a:gd name="connsiteY145" fmla="*/ 2195182 h 2323145"/>
              <a:gd name="connsiteX146" fmla="*/ 4433312 w 11269336"/>
              <a:gd name="connsiteY146" fmla="*/ 2199004 h 2323145"/>
              <a:gd name="connsiteX147" fmla="*/ 4420601 w 11269336"/>
              <a:gd name="connsiteY147" fmla="*/ 2205158 h 2323145"/>
              <a:gd name="connsiteX148" fmla="*/ 4405765 w 11269336"/>
              <a:gd name="connsiteY148" fmla="*/ 2199902 h 2323145"/>
              <a:gd name="connsiteX149" fmla="*/ 4401354 w 11269336"/>
              <a:gd name="connsiteY149" fmla="*/ 2194745 h 2323145"/>
              <a:gd name="connsiteX150" fmla="*/ 4383151 w 11269336"/>
              <a:gd name="connsiteY150" fmla="*/ 2201140 h 2323145"/>
              <a:gd name="connsiteX151" fmla="*/ 4366646 w 11269336"/>
              <a:gd name="connsiteY151" fmla="*/ 2198564 h 2323145"/>
              <a:gd name="connsiteX152" fmla="*/ 4354009 w 11269336"/>
              <a:gd name="connsiteY152" fmla="*/ 2204984 h 2323145"/>
              <a:gd name="connsiteX153" fmla="*/ 4348284 w 11269336"/>
              <a:gd name="connsiteY153" fmla="*/ 2205270 h 2323145"/>
              <a:gd name="connsiteX154" fmla="*/ 4333906 w 11269336"/>
              <a:gd name="connsiteY154" fmla="*/ 2205251 h 2323145"/>
              <a:gd name="connsiteX155" fmla="*/ 4308819 w 11269336"/>
              <a:gd name="connsiteY155" fmla="*/ 2203822 h 2323145"/>
              <a:gd name="connsiteX156" fmla="*/ 4301210 w 11269336"/>
              <a:gd name="connsiteY156" fmla="*/ 2204456 h 2323145"/>
              <a:gd name="connsiteX157" fmla="*/ 4283095 w 11269336"/>
              <a:gd name="connsiteY157" fmla="*/ 2198177 h 2323145"/>
              <a:gd name="connsiteX158" fmla="*/ 4250119 w 11269336"/>
              <a:gd name="connsiteY158" fmla="*/ 2196342 h 2323145"/>
              <a:gd name="connsiteX159" fmla="*/ 4189203 w 11269336"/>
              <a:gd name="connsiteY159" fmla="*/ 2178994 h 2323145"/>
              <a:gd name="connsiteX160" fmla="*/ 4154035 w 11269336"/>
              <a:gd name="connsiteY160" fmla="*/ 2171950 h 2323145"/>
              <a:gd name="connsiteX161" fmla="*/ 4129569 w 11269336"/>
              <a:gd name="connsiteY161" fmla="*/ 2163850 h 2323145"/>
              <a:gd name="connsiteX162" fmla="*/ 4061250 w 11269336"/>
              <a:gd name="connsiteY162" fmla="*/ 2159236 h 2323145"/>
              <a:gd name="connsiteX163" fmla="*/ 3945480 w 11269336"/>
              <a:gd name="connsiteY163" fmla="*/ 2158279 h 2323145"/>
              <a:gd name="connsiteX164" fmla="*/ 3921468 w 11269336"/>
              <a:gd name="connsiteY164" fmla="*/ 2156588 h 2323145"/>
              <a:gd name="connsiteX165" fmla="*/ 3903348 w 11269336"/>
              <a:gd name="connsiteY165" fmla="*/ 2149220 h 2323145"/>
              <a:gd name="connsiteX166" fmla="*/ 3901342 w 11269336"/>
              <a:gd name="connsiteY166" fmla="*/ 2142355 h 2323145"/>
              <a:gd name="connsiteX167" fmla="*/ 3888539 w 11269336"/>
              <a:gd name="connsiteY167" fmla="*/ 2140476 h 2323145"/>
              <a:gd name="connsiteX168" fmla="*/ 3885662 w 11269336"/>
              <a:gd name="connsiteY168" fmla="*/ 2138740 h 2323145"/>
              <a:gd name="connsiteX169" fmla="*/ 3868627 w 11269336"/>
              <a:gd name="connsiteY169" fmla="*/ 2130023 h 2323145"/>
              <a:gd name="connsiteX170" fmla="*/ 3819177 w 11269336"/>
              <a:gd name="connsiteY170" fmla="*/ 2142111 h 2323145"/>
              <a:gd name="connsiteX171" fmla="*/ 3769100 w 11269336"/>
              <a:gd name="connsiteY171" fmla="*/ 2131731 h 2323145"/>
              <a:gd name="connsiteX172" fmla="*/ 3562752 w 11269336"/>
              <a:gd name="connsiteY172" fmla="*/ 2131785 h 2323145"/>
              <a:gd name="connsiteX173" fmla="*/ 3541402 w 11269336"/>
              <a:gd name="connsiteY173" fmla="*/ 2106821 h 2323145"/>
              <a:gd name="connsiteX174" fmla="*/ 3365341 w 11269336"/>
              <a:gd name="connsiteY174" fmla="*/ 2077638 h 2323145"/>
              <a:gd name="connsiteX175" fmla="*/ 3170922 w 11269336"/>
              <a:gd name="connsiteY175" fmla="*/ 2115957 h 2323145"/>
              <a:gd name="connsiteX176" fmla="*/ 3156256 w 11269336"/>
              <a:gd name="connsiteY176" fmla="*/ 2124773 h 2323145"/>
              <a:gd name="connsiteX177" fmla="*/ 3140298 w 11269336"/>
              <a:gd name="connsiteY177" fmla="*/ 2129182 h 2323145"/>
              <a:gd name="connsiteX178" fmla="*/ 3138514 w 11269336"/>
              <a:gd name="connsiteY178" fmla="*/ 2128069 h 2323145"/>
              <a:gd name="connsiteX179" fmla="*/ 3120467 w 11269336"/>
              <a:gd name="connsiteY179" fmla="*/ 2128281 h 2323145"/>
              <a:gd name="connsiteX180" fmla="*/ 3116175 w 11269336"/>
              <a:gd name="connsiteY180" fmla="*/ 2131633 h 2323145"/>
              <a:gd name="connsiteX181" fmla="*/ 3103685 w 11269336"/>
              <a:gd name="connsiteY181" fmla="*/ 2132814 h 2323145"/>
              <a:gd name="connsiteX182" fmla="*/ 3078794 w 11269336"/>
              <a:gd name="connsiteY182" fmla="*/ 2137935 h 2323145"/>
              <a:gd name="connsiteX183" fmla="*/ 3074407 w 11269336"/>
              <a:gd name="connsiteY183" fmla="*/ 2136274 h 2323145"/>
              <a:gd name="connsiteX184" fmla="*/ 3037285 w 11269336"/>
              <a:gd name="connsiteY184" fmla="*/ 2139919 h 2323145"/>
              <a:gd name="connsiteX185" fmla="*/ 3036901 w 11269336"/>
              <a:gd name="connsiteY185" fmla="*/ 2138726 h 2323145"/>
              <a:gd name="connsiteX186" fmla="*/ 3026996 w 11269336"/>
              <a:gd name="connsiteY186" fmla="*/ 2134322 h 2323145"/>
              <a:gd name="connsiteX187" fmla="*/ 3007772 w 11269336"/>
              <a:gd name="connsiteY187" fmla="*/ 2128742 h 2323145"/>
              <a:gd name="connsiteX188" fmla="*/ 2965030 w 11269336"/>
              <a:gd name="connsiteY188" fmla="*/ 2100494 h 2323145"/>
              <a:gd name="connsiteX189" fmla="*/ 2926342 w 11269336"/>
              <a:gd name="connsiteY189" fmla="*/ 2104155 h 2323145"/>
              <a:gd name="connsiteX190" fmla="*/ 2918608 w 11269336"/>
              <a:gd name="connsiteY190" fmla="*/ 2104215 h 2323145"/>
              <a:gd name="connsiteX191" fmla="*/ 2918475 w 11269336"/>
              <a:gd name="connsiteY191" fmla="*/ 2103937 h 2323145"/>
              <a:gd name="connsiteX192" fmla="*/ 2910360 w 11269336"/>
              <a:gd name="connsiteY192" fmla="*/ 2103444 h 2323145"/>
              <a:gd name="connsiteX193" fmla="*/ 2904507 w 11269336"/>
              <a:gd name="connsiteY193" fmla="*/ 2104326 h 2323145"/>
              <a:gd name="connsiteX194" fmla="*/ 2889503 w 11269336"/>
              <a:gd name="connsiteY194" fmla="*/ 2104443 h 2323145"/>
              <a:gd name="connsiteX195" fmla="*/ 2884480 w 11269336"/>
              <a:gd name="connsiteY195" fmla="*/ 2102626 h 2323145"/>
              <a:gd name="connsiteX196" fmla="*/ 2882689 w 11269336"/>
              <a:gd name="connsiteY196" fmla="*/ 2099228 h 2323145"/>
              <a:gd name="connsiteX197" fmla="*/ 2881291 w 11269336"/>
              <a:gd name="connsiteY197" fmla="*/ 2099618 h 2323145"/>
              <a:gd name="connsiteX198" fmla="*/ 2853979 w 11269336"/>
              <a:gd name="connsiteY198" fmla="*/ 2090388 h 2323145"/>
              <a:gd name="connsiteX199" fmla="*/ 2791790 w 11269336"/>
              <a:gd name="connsiteY199" fmla="*/ 2080332 h 2323145"/>
              <a:gd name="connsiteX200" fmla="*/ 2755844 w 11269336"/>
              <a:gd name="connsiteY200" fmla="*/ 2078874 h 2323145"/>
              <a:gd name="connsiteX201" fmla="*/ 2657742 w 11269336"/>
              <a:gd name="connsiteY201" fmla="*/ 2070179 h 2323145"/>
              <a:gd name="connsiteX202" fmla="*/ 2559549 w 11269336"/>
              <a:gd name="connsiteY202" fmla="*/ 2057873 h 2323145"/>
              <a:gd name="connsiteX203" fmla="*/ 2512054 w 11269336"/>
              <a:gd name="connsiteY203" fmla="*/ 2031671 h 2323145"/>
              <a:gd name="connsiteX204" fmla="*/ 2506437 w 11269336"/>
              <a:gd name="connsiteY204" fmla="*/ 2030918 h 2323145"/>
              <a:gd name="connsiteX205" fmla="*/ 2491752 w 11269336"/>
              <a:gd name="connsiteY205" fmla="*/ 2033906 h 2323145"/>
              <a:gd name="connsiteX206" fmla="*/ 2486338 w 11269336"/>
              <a:gd name="connsiteY206" fmla="*/ 2035862 h 2323145"/>
              <a:gd name="connsiteX207" fmla="*/ 2478186 w 11269336"/>
              <a:gd name="connsiteY207" fmla="*/ 2036953 h 2323145"/>
              <a:gd name="connsiteX208" fmla="*/ 2477950 w 11269336"/>
              <a:gd name="connsiteY208" fmla="*/ 2036715 h 2323145"/>
              <a:gd name="connsiteX209" fmla="*/ 2470381 w 11269336"/>
              <a:gd name="connsiteY209" fmla="*/ 2038256 h 2323145"/>
              <a:gd name="connsiteX210" fmla="*/ 2433781 w 11269336"/>
              <a:gd name="connsiteY210" fmla="*/ 2049140 h 2323145"/>
              <a:gd name="connsiteX211" fmla="*/ 2381172 w 11269336"/>
              <a:gd name="connsiteY211" fmla="*/ 2030645 h 2323145"/>
              <a:gd name="connsiteX212" fmla="*/ 2360198 w 11269336"/>
              <a:gd name="connsiteY212" fmla="*/ 2029059 h 2323145"/>
              <a:gd name="connsiteX213" fmla="*/ 2348815 w 11269336"/>
              <a:gd name="connsiteY213" fmla="*/ 2026798 h 2323145"/>
              <a:gd name="connsiteX214" fmla="*/ 2347988 w 11269336"/>
              <a:gd name="connsiteY214" fmla="*/ 2025745 h 2323145"/>
              <a:gd name="connsiteX215" fmla="*/ 2312920 w 11269336"/>
              <a:gd name="connsiteY215" fmla="*/ 2036311 h 2323145"/>
              <a:gd name="connsiteX216" fmla="*/ 2307986 w 11269336"/>
              <a:gd name="connsiteY216" fmla="*/ 2035583 h 2323145"/>
              <a:gd name="connsiteX217" fmla="*/ 2285481 w 11269336"/>
              <a:gd name="connsiteY217" fmla="*/ 2045197 h 2323145"/>
              <a:gd name="connsiteX218" fmla="*/ 2273666 w 11269336"/>
              <a:gd name="connsiteY218" fmla="*/ 2048710 h 2323145"/>
              <a:gd name="connsiteX219" fmla="*/ 2270719 w 11269336"/>
              <a:gd name="connsiteY219" fmla="*/ 2052702 h 2323145"/>
              <a:gd name="connsiteX220" fmla="*/ 2253080 w 11269336"/>
              <a:gd name="connsiteY220" fmla="*/ 2056363 h 2323145"/>
              <a:gd name="connsiteX221" fmla="*/ 2250906 w 11269336"/>
              <a:gd name="connsiteY221" fmla="*/ 2055654 h 2323145"/>
              <a:gd name="connsiteX222" fmla="*/ 2236905 w 11269336"/>
              <a:gd name="connsiteY222" fmla="*/ 2062882 h 2323145"/>
              <a:gd name="connsiteX223" fmla="*/ 2225830 w 11269336"/>
              <a:gd name="connsiteY223" fmla="*/ 2074027 h 2323145"/>
              <a:gd name="connsiteX224" fmla="*/ 2073776 w 11269336"/>
              <a:gd name="connsiteY224" fmla="*/ 2089244 h 2323145"/>
              <a:gd name="connsiteX225" fmla="*/ 1948256 w 11269336"/>
              <a:gd name="connsiteY225" fmla="*/ 2146616 h 2323145"/>
              <a:gd name="connsiteX226" fmla="*/ 1865582 w 11269336"/>
              <a:gd name="connsiteY226" fmla="*/ 2153738 h 2323145"/>
              <a:gd name="connsiteX227" fmla="*/ 1835210 w 11269336"/>
              <a:gd name="connsiteY227" fmla="*/ 2134244 h 2323145"/>
              <a:gd name="connsiteX228" fmla="*/ 1632661 w 11269336"/>
              <a:gd name="connsiteY228" fmla="*/ 2173882 h 2323145"/>
              <a:gd name="connsiteX229" fmla="*/ 1579590 w 11269336"/>
              <a:gd name="connsiteY229" fmla="*/ 2173680 h 2323145"/>
              <a:gd name="connsiteX230" fmla="*/ 1535601 w 11269336"/>
              <a:gd name="connsiteY230" fmla="*/ 2194590 h 2323145"/>
              <a:gd name="connsiteX231" fmla="*/ 1515594 w 11269336"/>
              <a:gd name="connsiteY231" fmla="*/ 2189622 h 2323145"/>
              <a:gd name="connsiteX232" fmla="*/ 1512113 w 11269336"/>
              <a:gd name="connsiteY232" fmla="*/ 2188534 h 2323145"/>
              <a:gd name="connsiteX233" fmla="*/ 1498838 w 11269336"/>
              <a:gd name="connsiteY233" fmla="*/ 2189213 h 2323145"/>
              <a:gd name="connsiteX234" fmla="*/ 1494279 w 11269336"/>
              <a:gd name="connsiteY234" fmla="*/ 2183112 h 2323145"/>
              <a:gd name="connsiteX235" fmla="*/ 1473714 w 11269336"/>
              <a:gd name="connsiteY235" fmla="*/ 2179625 h 2323145"/>
              <a:gd name="connsiteX236" fmla="*/ 1449503 w 11269336"/>
              <a:gd name="connsiteY236" fmla="*/ 2182633 h 2323145"/>
              <a:gd name="connsiteX237" fmla="*/ 1266687 w 11269336"/>
              <a:gd name="connsiteY237" fmla="*/ 2212688 h 2323145"/>
              <a:gd name="connsiteX238" fmla="*/ 1239614 w 11269336"/>
              <a:gd name="connsiteY238" fmla="*/ 2209727 h 2323145"/>
              <a:gd name="connsiteX239" fmla="*/ 1202436 w 11269336"/>
              <a:gd name="connsiteY239" fmla="*/ 2209817 h 2323145"/>
              <a:gd name="connsiteX240" fmla="*/ 1136097 w 11269336"/>
              <a:gd name="connsiteY240" fmla="*/ 2205112 h 2323145"/>
              <a:gd name="connsiteX241" fmla="*/ 988232 w 11269336"/>
              <a:gd name="connsiteY241" fmla="*/ 2235635 h 2323145"/>
              <a:gd name="connsiteX242" fmla="*/ 981959 w 11269336"/>
              <a:gd name="connsiteY242" fmla="*/ 2231607 h 2323145"/>
              <a:gd name="connsiteX243" fmla="*/ 938600 w 11269336"/>
              <a:gd name="connsiteY243" fmla="*/ 2238113 h 2323145"/>
              <a:gd name="connsiteX244" fmla="*/ 791788 w 11269336"/>
              <a:gd name="connsiteY244" fmla="*/ 2293224 h 2323145"/>
              <a:gd name="connsiteX245" fmla="*/ 706914 w 11269336"/>
              <a:gd name="connsiteY245" fmla="*/ 2305046 h 2323145"/>
              <a:gd name="connsiteX246" fmla="*/ 675971 w 11269336"/>
              <a:gd name="connsiteY246" fmla="*/ 2304030 h 2323145"/>
              <a:gd name="connsiteX247" fmla="*/ 624180 w 11269336"/>
              <a:gd name="connsiteY247" fmla="*/ 2302650 h 2323145"/>
              <a:gd name="connsiteX248" fmla="*/ 583453 w 11269336"/>
              <a:gd name="connsiteY248" fmla="*/ 2288788 h 2323145"/>
              <a:gd name="connsiteX249" fmla="*/ 540946 w 11269336"/>
              <a:gd name="connsiteY249" fmla="*/ 2292721 h 2323145"/>
              <a:gd name="connsiteX250" fmla="*/ 533680 w 11269336"/>
              <a:gd name="connsiteY250" fmla="*/ 2310233 h 2323145"/>
              <a:gd name="connsiteX251" fmla="*/ 487366 w 11269336"/>
              <a:gd name="connsiteY251" fmla="*/ 2309053 h 2323145"/>
              <a:gd name="connsiteX252" fmla="*/ 416820 w 11269336"/>
              <a:gd name="connsiteY252" fmla="*/ 2305443 h 2323145"/>
              <a:gd name="connsiteX253" fmla="*/ 376805 w 11269336"/>
              <a:gd name="connsiteY253" fmla="*/ 2307647 h 2323145"/>
              <a:gd name="connsiteX254" fmla="*/ 266777 w 11269336"/>
              <a:gd name="connsiteY254" fmla="*/ 2309012 h 2323145"/>
              <a:gd name="connsiteX255" fmla="*/ 156013 w 11269336"/>
              <a:gd name="connsiteY255" fmla="*/ 2306832 h 2323145"/>
              <a:gd name="connsiteX256" fmla="*/ 87258 w 11269336"/>
              <a:gd name="connsiteY256" fmla="*/ 2285511 h 2323145"/>
              <a:gd name="connsiteX257" fmla="*/ 23798 w 11269336"/>
              <a:gd name="connsiteY257" fmla="*/ 2281822 h 2323145"/>
              <a:gd name="connsiteX258" fmla="*/ 0 w 11269336"/>
              <a:gd name="connsiteY258" fmla="*/ 2285369 h 2323145"/>
              <a:gd name="connsiteX259" fmla="*/ 0 w 11269336"/>
              <a:gd name="connsiteY25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83151 w 11269336"/>
              <a:gd name="connsiteY149" fmla="*/ 2201140 h 2323145"/>
              <a:gd name="connsiteX150" fmla="*/ 4366646 w 11269336"/>
              <a:gd name="connsiteY150" fmla="*/ 2198564 h 2323145"/>
              <a:gd name="connsiteX151" fmla="*/ 4354009 w 11269336"/>
              <a:gd name="connsiteY151" fmla="*/ 2204984 h 2323145"/>
              <a:gd name="connsiteX152" fmla="*/ 4348284 w 11269336"/>
              <a:gd name="connsiteY152" fmla="*/ 2205270 h 2323145"/>
              <a:gd name="connsiteX153" fmla="*/ 4333906 w 11269336"/>
              <a:gd name="connsiteY153" fmla="*/ 2205251 h 2323145"/>
              <a:gd name="connsiteX154" fmla="*/ 4308819 w 11269336"/>
              <a:gd name="connsiteY154" fmla="*/ 2203822 h 2323145"/>
              <a:gd name="connsiteX155" fmla="*/ 4301210 w 11269336"/>
              <a:gd name="connsiteY155" fmla="*/ 2204456 h 2323145"/>
              <a:gd name="connsiteX156" fmla="*/ 4283095 w 11269336"/>
              <a:gd name="connsiteY156" fmla="*/ 2198177 h 2323145"/>
              <a:gd name="connsiteX157" fmla="*/ 4250119 w 11269336"/>
              <a:gd name="connsiteY157" fmla="*/ 2196342 h 2323145"/>
              <a:gd name="connsiteX158" fmla="*/ 4189203 w 11269336"/>
              <a:gd name="connsiteY158" fmla="*/ 2178994 h 2323145"/>
              <a:gd name="connsiteX159" fmla="*/ 4154035 w 11269336"/>
              <a:gd name="connsiteY159" fmla="*/ 2171950 h 2323145"/>
              <a:gd name="connsiteX160" fmla="*/ 4129569 w 11269336"/>
              <a:gd name="connsiteY160" fmla="*/ 2163850 h 2323145"/>
              <a:gd name="connsiteX161" fmla="*/ 4061250 w 11269336"/>
              <a:gd name="connsiteY161" fmla="*/ 2159236 h 2323145"/>
              <a:gd name="connsiteX162" fmla="*/ 3945480 w 11269336"/>
              <a:gd name="connsiteY162" fmla="*/ 2158279 h 2323145"/>
              <a:gd name="connsiteX163" fmla="*/ 3921468 w 11269336"/>
              <a:gd name="connsiteY163" fmla="*/ 2156588 h 2323145"/>
              <a:gd name="connsiteX164" fmla="*/ 3903348 w 11269336"/>
              <a:gd name="connsiteY164" fmla="*/ 2149220 h 2323145"/>
              <a:gd name="connsiteX165" fmla="*/ 3901342 w 11269336"/>
              <a:gd name="connsiteY165" fmla="*/ 2142355 h 2323145"/>
              <a:gd name="connsiteX166" fmla="*/ 3888539 w 11269336"/>
              <a:gd name="connsiteY166" fmla="*/ 2140476 h 2323145"/>
              <a:gd name="connsiteX167" fmla="*/ 3885662 w 11269336"/>
              <a:gd name="connsiteY167" fmla="*/ 2138740 h 2323145"/>
              <a:gd name="connsiteX168" fmla="*/ 3868627 w 11269336"/>
              <a:gd name="connsiteY168" fmla="*/ 2130023 h 2323145"/>
              <a:gd name="connsiteX169" fmla="*/ 3819177 w 11269336"/>
              <a:gd name="connsiteY169" fmla="*/ 2142111 h 2323145"/>
              <a:gd name="connsiteX170" fmla="*/ 3769100 w 11269336"/>
              <a:gd name="connsiteY170" fmla="*/ 2131731 h 2323145"/>
              <a:gd name="connsiteX171" fmla="*/ 3562752 w 11269336"/>
              <a:gd name="connsiteY171" fmla="*/ 2131785 h 2323145"/>
              <a:gd name="connsiteX172" fmla="*/ 3541402 w 11269336"/>
              <a:gd name="connsiteY172" fmla="*/ 2106821 h 2323145"/>
              <a:gd name="connsiteX173" fmla="*/ 3365341 w 11269336"/>
              <a:gd name="connsiteY173" fmla="*/ 2077638 h 2323145"/>
              <a:gd name="connsiteX174" fmla="*/ 3170922 w 11269336"/>
              <a:gd name="connsiteY174" fmla="*/ 2115957 h 2323145"/>
              <a:gd name="connsiteX175" fmla="*/ 3156256 w 11269336"/>
              <a:gd name="connsiteY175" fmla="*/ 2124773 h 2323145"/>
              <a:gd name="connsiteX176" fmla="*/ 3140298 w 11269336"/>
              <a:gd name="connsiteY176" fmla="*/ 2129182 h 2323145"/>
              <a:gd name="connsiteX177" fmla="*/ 3138514 w 11269336"/>
              <a:gd name="connsiteY177" fmla="*/ 2128069 h 2323145"/>
              <a:gd name="connsiteX178" fmla="*/ 3120467 w 11269336"/>
              <a:gd name="connsiteY178" fmla="*/ 2128281 h 2323145"/>
              <a:gd name="connsiteX179" fmla="*/ 3116175 w 11269336"/>
              <a:gd name="connsiteY179" fmla="*/ 2131633 h 2323145"/>
              <a:gd name="connsiteX180" fmla="*/ 3103685 w 11269336"/>
              <a:gd name="connsiteY180" fmla="*/ 2132814 h 2323145"/>
              <a:gd name="connsiteX181" fmla="*/ 3078794 w 11269336"/>
              <a:gd name="connsiteY181" fmla="*/ 2137935 h 2323145"/>
              <a:gd name="connsiteX182" fmla="*/ 3074407 w 11269336"/>
              <a:gd name="connsiteY182" fmla="*/ 2136274 h 2323145"/>
              <a:gd name="connsiteX183" fmla="*/ 3037285 w 11269336"/>
              <a:gd name="connsiteY183" fmla="*/ 2139919 h 2323145"/>
              <a:gd name="connsiteX184" fmla="*/ 3036901 w 11269336"/>
              <a:gd name="connsiteY184" fmla="*/ 2138726 h 2323145"/>
              <a:gd name="connsiteX185" fmla="*/ 3026996 w 11269336"/>
              <a:gd name="connsiteY185" fmla="*/ 2134322 h 2323145"/>
              <a:gd name="connsiteX186" fmla="*/ 3007772 w 11269336"/>
              <a:gd name="connsiteY186" fmla="*/ 2128742 h 2323145"/>
              <a:gd name="connsiteX187" fmla="*/ 2965030 w 11269336"/>
              <a:gd name="connsiteY187" fmla="*/ 2100494 h 2323145"/>
              <a:gd name="connsiteX188" fmla="*/ 2926342 w 11269336"/>
              <a:gd name="connsiteY188" fmla="*/ 2104155 h 2323145"/>
              <a:gd name="connsiteX189" fmla="*/ 2918608 w 11269336"/>
              <a:gd name="connsiteY189" fmla="*/ 2104215 h 2323145"/>
              <a:gd name="connsiteX190" fmla="*/ 2918475 w 11269336"/>
              <a:gd name="connsiteY190" fmla="*/ 2103937 h 2323145"/>
              <a:gd name="connsiteX191" fmla="*/ 2910360 w 11269336"/>
              <a:gd name="connsiteY191" fmla="*/ 2103444 h 2323145"/>
              <a:gd name="connsiteX192" fmla="*/ 2904507 w 11269336"/>
              <a:gd name="connsiteY192" fmla="*/ 2104326 h 2323145"/>
              <a:gd name="connsiteX193" fmla="*/ 2889503 w 11269336"/>
              <a:gd name="connsiteY193" fmla="*/ 2104443 h 2323145"/>
              <a:gd name="connsiteX194" fmla="*/ 2884480 w 11269336"/>
              <a:gd name="connsiteY194" fmla="*/ 2102626 h 2323145"/>
              <a:gd name="connsiteX195" fmla="*/ 2882689 w 11269336"/>
              <a:gd name="connsiteY195" fmla="*/ 2099228 h 2323145"/>
              <a:gd name="connsiteX196" fmla="*/ 2881291 w 11269336"/>
              <a:gd name="connsiteY196" fmla="*/ 2099618 h 2323145"/>
              <a:gd name="connsiteX197" fmla="*/ 2853979 w 11269336"/>
              <a:gd name="connsiteY197" fmla="*/ 2090388 h 2323145"/>
              <a:gd name="connsiteX198" fmla="*/ 2791790 w 11269336"/>
              <a:gd name="connsiteY198" fmla="*/ 2080332 h 2323145"/>
              <a:gd name="connsiteX199" fmla="*/ 2755844 w 11269336"/>
              <a:gd name="connsiteY199" fmla="*/ 2078874 h 2323145"/>
              <a:gd name="connsiteX200" fmla="*/ 2657742 w 11269336"/>
              <a:gd name="connsiteY200" fmla="*/ 2070179 h 2323145"/>
              <a:gd name="connsiteX201" fmla="*/ 2559549 w 11269336"/>
              <a:gd name="connsiteY201" fmla="*/ 2057873 h 2323145"/>
              <a:gd name="connsiteX202" fmla="*/ 2512054 w 11269336"/>
              <a:gd name="connsiteY202" fmla="*/ 2031671 h 2323145"/>
              <a:gd name="connsiteX203" fmla="*/ 2506437 w 11269336"/>
              <a:gd name="connsiteY203" fmla="*/ 2030918 h 2323145"/>
              <a:gd name="connsiteX204" fmla="*/ 2491752 w 11269336"/>
              <a:gd name="connsiteY204" fmla="*/ 2033906 h 2323145"/>
              <a:gd name="connsiteX205" fmla="*/ 2486338 w 11269336"/>
              <a:gd name="connsiteY205" fmla="*/ 2035862 h 2323145"/>
              <a:gd name="connsiteX206" fmla="*/ 2478186 w 11269336"/>
              <a:gd name="connsiteY206" fmla="*/ 2036953 h 2323145"/>
              <a:gd name="connsiteX207" fmla="*/ 2477950 w 11269336"/>
              <a:gd name="connsiteY207" fmla="*/ 2036715 h 2323145"/>
              <a:gd name="connsiteX208" fmla="*/ 2470381 w 11269336"/>
              <a:gd name="connsiteY208" fmla="*/ 2038256 h 2323145"/>
              <a:gd name="connsiteX209" fmla="*/ 2433781 w 11269336"/>
              <a:gd name="connsiteY209" fmla="*/ 2049140 h 2323145"/>
              <a:gd name="connsiteX210" fmla="*/ 2381172 w 11269336"/>
              <a:gd name="connsiteY210" fmla="*/ 2030645 h 2323145"/>
              <a:gd name="connsiteX211" fmla="*/ 2360198 w 11269336"/>
              <a:gd name="connsiteY211" fmla="*/ 2029059 h 2323145"/>
              <a:gd name="connsiteX212" fmla="*/ 2348815 w 11269336"/>
              <a:gd name="connsiteY212" fmla="*/ 2026798 h 2323145"/>
              <a:gd name="connsiteX213" fmla="*/ 2347988 w 11269336"/>
              <a:gd name="connsiteY213" fmla="*/ 2025745 h 2323145"/>
              <a:gd name="connsiteX214" fmla="*/ 2312920 w 11269336"/>
              <a:gd name="connsiteY214" fmla="*/ 2036311 h 2323145"/>
              <a:gd name="connsiteX215" fmla="*/ 2307986 w 11269336"/>
              <a:gd name="connsiteY215" fmla="*/ 2035583 h 2323145"/>
              <a:gd name="connsiteX216" fmla="*/ 2285481 w 11269336"/>
              <a:gd name="connsiteY216" fmla="*/ 2045197 h 2323145"/>
              <a:gd name="connsiteX217" fmla="*/ 2273666 w 11269336"/>
              <a:gd name="connsiteY217" fmla="*/ 2048710 h 2323145"/>
              <a:gd name="connsiteX218" fmla="*/ 2270719 w 11269336"/>
              <a:gd name="connsiteY218" fmla="*/ 2052702 h 2323145"/>
              <a:gd name="connsiteX219" fmla="*/ 2253080 w 11269336"/>
              <a:gd name="connsiteY219" fmla="*/ 2056363 h 2323145"/>
              <a:gd name="connsiteX220" fmla="*/ 2250906 w 11269336"/>
              <a:gd name="connsiteY220" fmla="*/ 2055654 h 2323145"/>
              <a:gd name="connsiteX221" fmla="*/ 2236905 w 11269336"/>
              <a:gd name="connsiteY221" fmla="*/ 2062882 h 2323145"/>
              <a:gd name="connsiteX222" fmla="*/ 2225830 w 11269336"/>
              <a:gd name="connsiteY222" fmla="*/ 2074027 h 2323145"/>
              <a:gd name="connsiteX223" fmla="*/ 2073776 w 11269336"/>
              <a:gd name="connsiteY223" fmla="*/ 2089244 h 2323145"/>
              <a:gd name="connsiteX224" fmla="*/ 1948256 w 11269336"/>
              <a:gd name="connsiteY224" fmla="*/ 2146616 h 2323145"/>
              <a:gd name="connsiteX225" fmla="*/ 1865582 w 11269336"/>
              <a:gd name="connsiteY225" fmla="*/ 2153738 h 2323145"/>
              <a:gd name="connsiteX226" fmla="*/ 1835210 w 11269336"/>
              <a:gd name="connsiteY226" fmla="*/ 2134244 h 2323145"/>
              <a:gd name="connsiteX227" fmla="*/ 1632661 w 11269336"/>
              <a:gd name="connsiteY227" fmla="*/ 2173882 h 2323145"/>
              <a:gd name="connsiteX228" fmla="*/ 1579590 w 11269336"/>
              <a:gd name="connsiteY228" fmla="*/ 2173680 h 2323145"/>
              <a:gd name="connsiteX229" fmla="*/ 1535601 w 11269336"/>
              <a:gd name="connsiteY229" fmla="*/ 2194590 h 2323145"/>
              <a:gd name="connsiteX230" fmla="*/ 1515594 w 11269336"/>
              <a:gd name="connsiteY230" fmla="*/ 2189622 h 2323145"/>
              <a:gd name="connsiteX231" fmla="*/ 1512113 w 11269336"/>
              <a:gd name="connsiteY231" fmla="*/ 2188534 h 2323145"/>
              <a:gd name="connsiteX232" fmla="*/ 1498838 w 11269336"/>
              <a:gd name="connsiteY232" fmla="*/ 2189213 h 2323145"/>
              <a:gd name="connsiteX233" fmla="*/ 1494279 w 11269336"/>
              <a:gd name="connsiteY233" fmla="*/ 2183112 h 2323145"/>
              <a:gd name="connsiteX234" fmla="*/ 1473714 w 11269336"/>
              <a:gd name="connsiteY234" fmla="*/ 2179625 h 2323145"/>
              <a:gd name="connsiteX235" fmla="*/ 1449503 w 11269336"/>
              <a:gd name="connsiteY235" fmla="*/ 2182633 h 2323145"/>
              <a:gd name="connsiteX236" fmla="*/ 1266687 w 11269336"/>
              <a:gd name="connsiteY236" fmla="*/ 2212688 h 2323145"/>
              <a:gd name="connsiteX237" fmla="*/ 1239614 w 11269336"/>
              <a:gd name="connsiteY237" fmla="*/ 2209727 h 2323145"/>
              <a:gd name="connsiteX238" fmla="*/ 1202436 w 11269336"/>
              <a:gd name="connsiteY238" fmla="*/ 2209817 h 2323145"/>
              <a:gd name="connsiteX239" fmla="*/ 1136097 w 11269336"/>
              <a:gd name="connsiteY239" fmla="*/ 2205112 h 2323145"/>
              <a:gd name="connsiteX240" fmla="*/ 988232 w 11269336"/>
              <a:gd name="connsiteY240" fmla="*/ 2235635 h 2323145"/>
              <a:gd name="connsiteX241" fmla="*/ 981959 w 11269336"/>
              <a:gd name="connsiteY241" fmla="*/ 2231607 h 2323145"/>
              <a:gd name="connsiteX242" fmla="*/ 938600 w 11269336"/>
              <a:gd name="connsiteY242" fmla="*/ 2238113 h 2323145"/>
              <a:gd name="connsiteX243" fmla="*/ 791788 w 11269336"/>
              <a:gd name="connsiteY243" fmla="*/ 2293224 h 2323145"/>
              <a:gd name="connsiteX244" fmla="*/ 706914 w 11269336"/>
              <a:gd name="connsiteY244" fmla="*/ 2305046 h 2323145"/>
              <a:gd name="connsiteX245" fmla="*/ 675971 w 11269336"/>
              <a:gd name="connsiteY245" fmla="*/ 2304030 h 2323145"/>
              <a:gd name="connsiteX246" fmla="*/ 624180 w 11269336"/>
              <a:gd name="connsiteY246" fmla="*/ 2302650 h 2323145"/>
              <a:gd name="connsiteX247" fmla="*/ 583453 w 11269336"/>
              <a:gd name="connsiteY247" fmla="*/ 2288788 h 2323145"/>
              <a:gd name="connsiteX248" fmla="*/ 540946 w 11269336"/>
              <a:gd name="connsiteY248" fmla="*/ 2292721 h 2323145"/>
              <a:gd name="connsiteX249" fmla="*/ 533680 w 11269336"/>
              <a:gd name="connsiteY249" fmla="*/ 2310233 h 2323145"/>
              <a:gd name="connsiteX250" fmla="*/ 487366 w 11269336"/>
              <a:gd name="connsiteY250" fmla="*/ 2309053 h 2323145"/>
              <a:gd name="connsiteX251" fmla="*/ 416820 w 11269336"/>
              <a:gd name="connsiteY251" fmla="*/ 2305443 h 2323145"/>
              <a:gd name="connsiteX252" fmla="*/ 376805 w 11269336"/>
              <a:gd name="connsiteY252" fmla="*/ 2307647 h 2323145"/>
              <a:gd name="connsiteX253" fmla="*/ 266777 w 11269336"/>
              <a:gd name="connsiteY253" fmla="*/ 2309012 h 2323145"/>
              <a:gd name="connsiteX254" fmla="*/ 156013 w 11269336"/>
              <a:gd name="connsiteY254" fmla="*/ 2306832 h 2323145"/>
              <a:gd name="connsiteX255" fmla="*/ 87258 w 11269336"/>
              <a:gd name="connsiteY255" fmla="*/ 2285511 h 2323145"/>
              <a:gd name="connsiteX256" fmla="*/ 23798 w 11269336"/>
              <a:gd name="connsiteY256" fmla="*/ 2281822 h 2323145"/>
              <a:gd name="connsiteX257" fmla="*/ 0 w 11269336"/>
              <a:gd name="connsiteY257" fmla="*/ 2285369 h 2323145"/>
              <a:gd name="connsiteX258" fmla="*/ 0 w 11269336"/>
              <a:gd name="connsiteY25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66646 w 11269336"/>
              <a:gd name="connsiteY149" fmla="*/ 2198564 h 2323145"/>
              <a:gd name="connsiteX150" fmla="*/ 4354009 w 11269336"/>
              <a:gd name="connsiteY150" fmla="*/ 2204984 h 2323145"/>
              <a:gd name="connsiteX151" fmla="*/ 4348284 w 11269336"/>
              <a:gd name="connsiteY151" fmla="*/ 2205270 h 2323145"/>
              <a:gd name="connsiteX152" fmla="*/ 4333906 w 11269336"/>
              <a:gd name="connsiteY152" fmla="*/ 2205251 h 2323145"/>
              <a:gd name="connsiteX153" fmla="*/ 4308819 w 11269336"/>
              <a:gd name="connsiteY153" fmla="*/ 2203822 h 2323145"/>
              <a:gd name="connsiteX154" fmla="*/ 4301210 w 11269336"/>
              <a:gd name="connsiteY154" fmla="*/ 2204456 h 2323145"/>
              <a:gd name="connsiteX155" fmla="*/ 4283095 w 11269336"/>
              <a:gd name="connsiteY155" fmla="*/ 2198177 h 2323145"/>
              <a:gd name="connsiteX156" fmla="*/ 4250119 w 11269336"/>
              <a:gd name="connsiteY156" fmla="*/ 2196342 h 2323145"/>
              <a:gd name="connsiteX157" fmla="*/ 4189203 w 11269336"/>
              <a:gd name="connsiteY157" fmla="*/ 2178994 h 2323145"/>
              <a:gd name="connsiteX158" fmla="*/ 4154035 w 11269336"/>
              <a:gd name="connsiteY158" fmla="*/ 2171950 h 2323145"/>
              <a:gd name="connsiteX159" fmla="*/ 4129569 w 11269336"/>
              <a:gd name="connsiteY159" fmla="*/ 2163850 h 2323145"/>
              <a:gd name="connsiteX160" fmla="*/ 4061250 w 11269336"/>
              <a:gd name="connsiteY160" fmla="*/ 2159236 h 2323145"/>
              <a:gd name="connsiteX161" fmla="*/ 3945480 w 11269336"/>
              <a:gd name="connsiteY161" fmla="*/ 2158279 h 2323145"/>
              <a:gd name="connsiteX162" fmla="*/ 3921468 w 11269336"/>
              <a:gd name="connsiteY162" fmla="*/ 2156588 h 2323145"/>
              <a:gd name="connsiteX163" fmla="*/ 3903348 w 11269336"/>
              <a:gd name="connsiteY163" fmla="*/ 2149220 h 2323145"/>
              <a:gd name="connsiteX164" fmla="*/ 3901342 w 11269336"/>
              <a:gd name="connsiteY164" fmla="*/ 2142355 h 2323145"/>
              <a:gd name="connsiteX165" fmla="*/ 3888539 w 11269336"/>
              <a:gd name="connsiteY165" fmla="*/ 2140476 h 2323145"/>
              <a:gd name="connsiteX166" fmla="*/ 3885662 w 11269336"/>
              <a:gd name="connsiteY166" fmla="*/ 2138740 h 2323145"/>
              <a:gd name="connsiteX167" fmla="*/ 3868627 w 11269336"/>
              <a:gd name="connsiteY167" fmla="*/ 2130023 h 2323145"/>
              <a:gd name="connsiteX168" fmla="*/ 3819177 w 11269336"/>
              <a:gd name="connsiteY168" fmla="*/ 2142111 h 2323145"/>
              <a:gd name="connsiteX169" fmla="*/ 3769100 w 11269336"/>
              <a:gd name="connsiteY169" fmla="*/ 2131731 h 2323145"/>
              <a:gd name="connsiteX170" fmla="*/ 3562752 w 11269336"/>
              <a:gd name="connsiteY170" fmla="*/ 2131785 h 2323145"/>
              <a:gd name="connsiteX171" fmla="*/ 3541402 w 11269336"/>
              <a:gd name="connsiteY171" fmla="*/ 2106821 h 2323145"/>
              <a:gd name="connsiteX172" fmla="*/ 3365341 w 11269336"/>
              <a:gd name="connsiteY172" fmla="*/ 2077638 h 2323145"/>
              <a:gd name="connsiteX173" fmla="*/ 3170922 w 11269336"/>
              <a:gd name="connsiteY173" fmla="*/ 2115957 h 2323145"/>
              <a:gd name="connsiteX174" fmla="*/ 3156256 w 11269336"/>
              <a:gd name="connsiteY174" fmla="*/ 2124773 h 2323145"/>
              <a:gd name="connsiteX175" fmla="*/ 3140298 w 11269336"/>
              <a:gd name="connsiteY175" fmla="*/ 2129182 h 2323145"/>
              <a:gd name="connsiteX176" fmla="*/ 3138514 w 11269336"/>
              <a:gd name="connsiteY176" fmla="*/ 2128069 h 2323145"/>
              <a:gd name="connsiteX177" fmla="*/ 3120467 w 11269336"/>
              <a:gd name="connsiteY177" fmla="*/ 2128281 h 2323145"/>
              <a:gd name="connsiteX178" fmla="*/ 3116175 w 11269336"/>
              <a:gd name="connsiteY178" fmla="*/ 2131633 h 2323145"/>
              <a:gd name="connsiteX179" fmla="*/ 3103685 w 11269336"/>
              <a:gd name="connsiteY179" fmla="*/ 2132814 h 2323145"/>
              <a:gd name="connsiteX180" fmla="*/ 3078794 w 11269336"/>
              <a:gd name="connsiteY180" fmla="*/ 2137935 h 2323145"/>
              <a:gd name="connsiteX181" fmla="*/ 3074407 w 11269336"/>
              <a:gd name="connsiteY181" fmla="*/ 2136274 h 2323145"/>
              <a:gd name="connsiteX182" fmla="*/ 3037285 w 11269336"/>
              <a:gd name="connsiteY182" fmla="*/ 2139919 h 2323145"/>
              <a:gd name="connsiteX183" fmla="*/ 3036901 w 11269336"/>
              <a:gd name="connsiteY183" fmla="*/ 2138726 h 2323145"/>
              <a:gd name="connsiteX184" fmla="*/ 3026996 w 11269336"/>
              <a:gd name="connsiteY184" fmla="*/ 2134322 h 2323145"/>
              <a:gd name="connsiteX185" fmla="*/ 3007772 w 11269336"/>
              <a:gd name="connsiteY185" fmla="*/ 2128742 h 2323145"/>
              <a:gd name="connsiteX186" fmla="*/ 2965030 w 11269336"/>
              <a:gd name="connsiteY186" fmla="*/ 2100494 h 2323145"/>
              <a:gd name="connsiteX187" fmla="*/ 2926342 w 11269336"/>
              <a:gd name="connsiteY187" fmla="*/ 2104155 h 2323145"/>
              <a:gd name="connsiteX188" fmla="*/ 2918608 w 11269336"/>
              <a:gd name="connsiteY188" fmla="*/ 2104215 h 2323145"/>
              <a:gd name="connsiteX189" fmla="*/ 2918475 w 11269336"/>
              <a:gd name="connsiteY189" fmla="*/ 2103937 h 2323145"/>
              <a:gd name="connsiteX190" fmla="*/ 2910360 w 11269336"/>
              <a:gd name="connsiteY190" fmla="*/ 2103444 h 2323145"/>
              <a:gd name="connsiteX191" fmla="*/ 2904507 w 11269336"/>
              <a:gd name="connsiteY191" fmla="*/ 2104326 h 2323145"/>
              <a:gd name="connsiteX192" fmla="*/ 2889503 w 11269336"/>
              <a:gd name="connsiteY192" fmla="*/ 2104443 h 2323145"/>
              <a:gd name="connsiteX193" fmla="*/ 2884480 w 11269336"/>
              <a:gd name="connsiteY193" fmla="*/ 2102626 h 2323145"/>
              <a:gd name="connsiteX194" fmla="*/ 2882689 w 11269336"/>
              <a:gd name="connsiteY194" fmla="*/ 2099228 h 2323145"/>
              <a:gd name="connsiteX195" fmla="*/ 2881291 w 11269336"/>
              <a:gd name="connsiteY195" fmla="*/ 2099618 h 2323145"/>
              <a:gd name="connsiteX196" fmla="*/ 2853979 w 11269336"/>
              <a:gd name="connsiteY196" fmla="*/ 2090388 h 2323145"/>
              <a:gd name="connsiteX197" fmla="*/ 2791790 w 11269336"/>
              <a:gd name="connsiteY197" fmla="*/ 2080332 h 2323145"/>
              <a:gd name="connsiteX198" fmla="*/ 2755844 w 11269336"/>
              <a:gd name="connsiteY198" fmla="*/ 2078874 h 2323145"/>
              <a:gd name="connsiteX199" fmla="*/ 2657742 w 11269336"/>
              <a:gd name="connsiteY199" fmla="*/ 2070179 h 2323145"/>
              <a:gd name="connsiteX200" fmla="*/ 2559549 w 11269336"/>
              <a:gd name="connsiteY200" fmla="*/ 2057873 h 2323145"/>
              <a:gd name="connsiteX201" fmla="*/ 2512054 w 11269336"/>
              <a:gd name="connsiteY201" fmla="*/ 2031671 h 2323145"/>
              <a:gd name="connsiteX202" fmla="*/ 2506437 w 11269336"/>
              <a:gd name="connsiteY202" fmla="*/ 2030918 h 2323145"/>
              <a:gd name="connsiteX203" fmla="*/ 2491752 w 11269336"/>
              <a:gd name="connsiteY203" fmla="*/ 2033906 h 2323145"/>
              <a:gd name="connsiteX204" fmla="*/ 2486338 w 11269336"/>
              <a:gd name="connsiteY204" fmla="*/ 2035862 h 2323145"/>
              <a:gd name="connsiteX205" fmla="*/ 2478186 w 11269336"/>
              <a:gd name="connsiteY205" fmla="*/ 2036953 h 2323145"/>
              <a:gd name="connsiteX206" fmla="*/ 2477950 w 11269336"/>
              <a:gd name="connsiteY206" fmla="*/ 2036715 h 2323145"/>
              <a:gd name="connsiteX207" fmla="*/ 2470381 w 11269336"/>
              <a:gd name="connsiteY207" fmla="*/ 2038256 h 2323145"/>
              <a:gd name="connsiteX208" fmla="*/ 2433781 w 11269336"/>
              <a:gd name="connsiteY208" fmla="*/ 2049140 h 2323145"/>
              <a:gd name="connsiteX209" fmla="*/ 2381172 w 11269336"/>
              <a:gd name="connsiteY209" fmla="*/ 2030645 h 2323145"/>
              <a:gd name="connsiteX210" fmla="*/ 2360198 w 11269336"/>
              <a:gd name="connsiteY210" fmla="*/ 2029059 h 2323145"/>
              <a:gd name="connsiteX211" fmla="*/ 2348815 w 11269336"/>
              <a:gd name="connsiteY211" fmla="*/ 2026798 h 2323145"/>
              <a:gd name="connsiteX212" fmla="*/ 2347988 w 11269336"/>
              <a:gd name="connsiteY212" fmla="*/ 2025745 h 2323145"/>
              <a:gd name="connsiteX213" fmla="*/ 2312920 w 11269336"/>
              <a:gd name="connsiteY213" fmla="*/ 2036311 h 2323145"/>
              <a:gd name="connsiteX214" fmla="*/ 2307986 w 11269336"/>
              <a:gd name="connsiteY214" fmla="*/ 2035583 h 2323145"/>
              <a:gd name="connsiteX215" fmla="*/ 2285481 w 11269336"/>
              <a:gd name="connsiteY215" fmla="*/ 2045197 h 2323145"/>
              <a:gd name="connsiteX216" fmla="*/ 2273666 w 11269336"/>
              <a:gd name="connsiteY216" fmla="*/ 2048710 h 2323145"/>
              <a:gd name="connsiteX217" fmla="*/ 2270719 w 11269336"/>
              <a:gd name="connsiteY217" fmla="*/ 2052702 h 2323145"/>
              <a:gd name="connsiteX218" fmla="*/ 2253080 w 11269336"/>
              <a:gd name="connsiteY218" fmla="*/ 2056363 h 2323145"/>
              <a:gd name="connsiteX219" fmla="*/ 2250906 w 11269336"/>
              <a:gd name="connsiteY219" fmla="*/ 2055654 h 2323145"/>
              <a:gd name="connsiteX220" fmla="*/ 2236905 w 11269336"/>
              <a:gd name="connsiteY220" fmla="*/ 2062882 h 2323145"/>
              <a:gd name="connsiteX221" fmla="*/ 2225830 w 11269336"/>
              <a:gd name="connsiteY221" fmla="*/ 2074027 h 2323145"/>
              <a:gd name="connsiteX222" fmla="*/ 2073776 w 11269336"/>
              <a:gd name="connsiteY222" fmla="*/ 2089244 h 2323145"/>
              <a:gd name="connsiteX223" fmla="*/ 1948256 w 11269336"/>
              <a:gd name="connsiteY223" fmla="*/ 2146616 h 2323145"/>
              <a:gd name="connsiteX224" fmla="*/ 1865582 w 11269336"/>
              <a:gd name="connsiteY224" fmla="*/ 2153738 h 2323145"/>
              <a:gd name="connsiteX225" fmla="*/ 1835210 w 11269336"/>
              <a:gd name="connsiteY225" fmla="*/ 2134244 h 2323145"/>
              <a:gd name="connsiteX226" fmla="*/ 1632661 w 11269336"/>
              <a:gd name="connsiteY226" fmla="*/ 2173882 h 2323145"/>
              <a:gd name="connsiteX227" fmla="*/ 1579590 w 11269336"/>
              <a:gd name="connsiteY227" fmla="*/ 2173680 h 2323145"/>
              <a:gd name="connsiteX228" fmla="*/ 1535601 w 11269336"/>
              <a:gd name="connsiteY228" fmla="*/ 2194590 h 2323145"/>
              <a:gd name="connsiteX229" fmla="*/ 1515594 w 11269336"/>
              <a:gd name="connsiteY229" fmla="*/ 2189622 h 2323145"/>
              <a:gd name="connsiteX230" fmla="*/ 1512113 w 11269336"/>
              <a:gd name="connsiteY230" fmla="*/ 2188534 h 2323145"/>
              <a:gd name="connsiteX231" fmla="*/ 1498838 w 11269336"/>
              <a:gd name="connsiteY231" fmla="*/ 2189213 h 2323145"/>
              <a:gd name="connsiteX232" fmla="*/ 1494279 w 11269336"/>
              <a:gd name="connsiteY232" fmla="*/ 2183112 h 2323145"/>
              <a:gd name="connsiteX233" fmla="*/ 1473714 w 11269336"/>
              <a:gd name="connsiteY233" fmla="*/ 2179625 h 2323145"/>
              <a:gd name="connsiteX234" fmla="*/ 1449503 w 11269336"/>
              <a:gd name="connsiteY234" fmla="*/ 2182633 h 2323145"/>
              <a:gd name="connsiteX235" fmla="*/ 1266687 w 11269336"/>
              <a:gd name="connsiteY235" fmla="*/ 2212688 h 2323145"/>
              <a:gd name="connsiteX236" fmla="*/ 1239614 w 11269336"/>
              <a:gd name="connsiteY236" fmla="*/ 2209727 h 2323145"/>
              <a:gd name="connsiteX237" fmla="*/ 1202436 w 11269336"/>
              <a:gd name="connsiteY237" fmla="*/ 2209817 h 2323145"/>
              <a:gd name="connsiteX238" fmla="*/ 1136097 w 11269336"/>
              <a:gd name="connsiteY238" fmla="*/ 2205112 h 2323145"/>
              <a:gd name="connsiteX239" fmla="*/ 988232 w 11269336"/>
              <a:gd name="connsiteY239" fmla="*/ 2235635 h 2323145"/>
              <a:gd name="connsiteX240" fmla="*/ 981959 w 11269336"/>
              <a:gd name="connsiteY240" fmla="*/ 2231607 h 2323145"/>
              <a:gd name="connsiteX241" fmla="*/ 938600 w 11269336"/>
              <a:gd name="connsiteY241" fmla="*/ 2238113 h 2323145"/>
              <a:gd name="connsiteX242" fmla="*/ 791788 w 11269336"/>
              <a:gd name="connsiteY242" fmla="*/ 2293224 h 2323145"/>
              <a:gd name="connsiteX243" fmla="*/ 706914 w 11269336"/>
              <a:gd name="connsiteY243" fmla="*/ 2305046 h 2323145"/>
              <a:gd name="connsiteX244" fmla="*/ 675971 w 11269336"/>
              <a:gd name="connsiteY244" fmla="*/ 2304030 h 2323145"/>
              <a:gd name="connsiteX245" fmla="*/ 624180 w 11269336"/>
              <a:gd name="connsiteY245" fmla="*/ 2302650 h 2323145"/>
              <a:gd name="connsiteX246" fmla="*/ 583453 w 11269336"/>
              <a:gd name="connsiteY246" fmla="*/ 2288788 h 2323145"/>
              <a:gd name="connsiteX247" fmla="*/ 540946 w 11269336"/>
              <a:gd name="connsiteY247" fmla="*/ 2292721 h 2323145"/>
              <a:gd name="connsiteX248" fmla="*/ 533680 w 11269336"/>
              <a:gd name="connsiteY248" fmla="*/ 2310233 h 2323145"/>
              <a:gd name="connsiteX249" fmla="*/ 487366 w 11269336"/>
              <a:gd name="connsiteY249" fmla="*/ 2309053 h 2323145"/>
              <a:gd name="connsiteX250" fmla="*/ 416820 w 11269336"/>
              <a:gd name="connsiteY250" fmla="*/ 2305443 h 2323145"/>
              <a:gd name="connsiteX251" fmla="*/ 376805 w 11269336"/>
              <a:gd name="connsiteY251" fmla="*/ 2307647 h 2323145"/>
              <a:gd name="connsiteX252" fmla="*/ 266777 w 11269336"/>
              <a:gd name="connsiteY252" fmla="*/ 2309012 h 2323145"/>
              <a:gd name="connsiteX253" fmla="*/ 156013 w 11269336"/>
              <a:gd name="connsiteY253" fmla="*/ 2306832 h 2323145"/>
              <a:gd name="connsiteX254" fmla="*/ 87258 w 11269336"/>
              <a:gd name="connsiteY254" fmla="*/ 2285511 h 2323145"/>
              <a:gd name="connsiteX255" fmla="*/ 23798 w 11269336"/>
              <a:gd name="connsiteY255" fmla="*/ 2281822 h 2323145"/>
              <a:gd name="connsiteX256" fmla="*/ 0 w 11269336"/>
              <a:gd name="connsiteY256" fmla="*/ 2285369 h 2323145"/>
              <a:gd name="connsiteX257" fmla="*/ 0 w 11269336"/>
              <a:gd name="connsiteY25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05765 w 11269336"/>
              <a:gd name="connsiteY146" fmla="*/ 2199902 h 2323145"/>
              <a:gd name="connsiteX147" fmla="*/ 4401354 w 11269336"/>
              <a:gd name="connsiteY147" fmla="*/ 2194745 h 2323145"/>
              <a:gd name="connsiteX148" fmla="*/ 4366646 w 11269336"/>
              <a:gd name="connsiteY148" fmla="*/ 2198564 h 2323145"/>
              <a:gd name="connsiteX149" fmla="*/ 4354009 w 11269336"/>
              <a:gd name="connsiteY149" fmla="*/ 2204984 h 2323145"/>
              <a:gd name="connsiteX150" fmla="*/ 4348284 w 11269336"/>
              <a:gd name="connsiteY150" fmla="*/ 2205270 h 2323145"/>
              <a:gd name="connsiteX151" fmla="*/ 4333906 w 11269336"/>
              <a:gd name="connsiteY151" fmla="*/ 2205251 h 2323145"/>
              <a:gd name="connsiteX152" fmla="*/ 4308819 w 11269336"/>
              <a:gd name="connsiteY152" fmla="*/ 2203822 h 2323145"/>
              <a:gd name="connsiteX153" fmla="*/ 4301210 w 11269336"/>
              <a:gd name="connsiteY153" fmla="*/ 2204456 h 2323145"/>
              <a:gd name="connsiteX154" fmla="*/ 4283095 w 11269336"/>
              <a:gd name="connsiteY154" fmla="*/ 2198177 h 2323145"/>
              <a:gd name="connsiteX155" fmla="*/ 4250119 w 11269336"/>
              <a:gd name="connsiteY155" fmla="*/ 2196342 h 2323145"/>
              <a:gd name="connsiteX156" fmla="*/ 4189203 w 11269336"/>
              <a:gd name="connsiteY156" fmla="*/ 2178994 h 2323145"/>
              <a:gd name="connsiteX157" fmla="*/ 4154035 w 11269336"/>
              <a:gd name="connsiteY157" fmla="*/ 2171950 h 2323145"/>
              <a:gd name="connsiteX158" fmla="*/ 4129569 w 11269336"/>
              <a:gd name="connsiteY158" fmla="*/ 2163850 h 2323145"/>
              <a:gd name="connsiteX159" fmla="*/ 4061250 w 11269336"/>
              <a:gd name="connsiteY159" fmla="*/ 2159236 h 2323145"/>
              <a:gd name="connsiteX160" fmla="*/ 3945480 w 11269336"/>
              <a:gd name="connsiteY160" fmla="*/ 2158279 h 2323145"/>
              <a:gd name="connsiteX161" fmla="*/ 3921468 w 11269336"/>
              <a:gd name="connsiteY161" fmla="*/ 2156588 h 2323145"/>
              <a:gd name="connsiteX162" fmla="*/ 3903348 w 11269336"/>
              <a:gd name="connsiteY162" fmla="*/ 2149220 h 2323145"/>
              <a:gd name="connsiteX163" fmla="*/ 3901342 w 11269336"/>
              <a:gd name="connsiteY163" fmla="*/ 2142355 h 2323145"/>
              <a:gd name="connsiteX164" fmla="*/ 3888539 w 11269336"/>
              <a:gd name="connsiteY164" fmla="*/ 2140476 h 2323145"/>
              <a:gd name="connsiteX165" fmla="*/ 3885662 w 11269336"/>
              <a:gd name="connsiteY165" fmla="*/ 2138740 h 2323145"/>
              <a:gd name="connsiteX166" fmla="*/ 3868627 w 11269336"/>
              <a:gd name="connsiteY166" fmla="*/ 2130023 h 2323145"/>
              <a:gd name="connsiteX167" fmla="*/ 3819177 w 11269336"/>
              <a:gd name="connsiteY167" fmla="*/ 2142111 h 2323145"/>
              <a:gd name="connsiteX168" fmla="*/ 3769100 w 11269336"/>
              <a:gd name="connsiteY168" fmla="*/ 2131731 h 2323145"/>
              <a:gd name="connsiteX169" fmla="*/ 3562752 w 11269336"/>
              <a:gd name="connsiteY169" fmla="*/ 2131785 h 2323145"/>
              <a:gd name="connsiteX170" fmla="*/ 3541402 w 11269336"/>
              <a:gd name="connsiteY170" fmla="*/ 2106821 h 2323145"/>
              <a:gd name="connsiteX171" fmla="*/ 3365341 w 11269336"/>
              <a:gd name="connsiteY171" fmla="*/ 2077638 h 2323145"/>
              <a:gd name="connsiteX172" fmla="*/ 3170922 w 11269336"/>
              <a:gd name="connsiteY172" fmla="*/ 2115957 h 2323145"/>
              <a:gd name="connsiteX173" fmla="*/ 3156256 w 11269336"/>
              <a:gd name="connsiteY173" fmla="*/ 2124773 h 2323145"/>
              <a:gd name="connsiteX174" fmla="*/ 3140298 w 11269336"/>
              <a:gd name="connsiteY174" fmla="*/ 2129182 h 2323145"/>
              <a:gd name="connsiteX175" fmla="*/ 3138514 w 11269336"/>
              <a:gd name="connsiteY175" fmla="*/ 2128069 h 2323145"/>
              <a:gd name="connsiteX176" fmla="*/ 3120467 w 11269336"/>
              <a:gd name="connsiteY176" fmla="*/ 2128281 h 2323145"/>
              <a:gd name="connsiteX177" fmla="*/ 3116175 w 11269336"/>
              <a:gd name="connsiteY177" fmla="*/ 2131633 h 2323145"/>
              <a:gd name="connsiteX178" fmla="*/ 3103685 w 11269336"/>
              <a:gd name="connsiteY178" fmla="*/ 2132814 h 2323145"/>
              <a:gd name="connsiteX179" fmla="*/ 3078794 w 11269336"/>
              <a:gd name="connsiteY179" fmla="*/ 2137935 h 2323145"/>
              <a:gd name="connsiteX180" fmla="*/ 3074407 w 11269336"/>
              <a:gd name="connsiteY180" fmla="*/ 2136274 h 2323145"/>
              <a:gd name="connsiteX181" fmla="*/ 3037285 w 11269336"/>
              <a:gd name="connsiteY181" fmla="*/ 2139919 h 2323145"/>
              <a:gd name="connsiteX182" fmla="*/ 3036901 w 11269336"/>
              <a:gd name="connsiteY182" fmla="*/ 2138726 h 2323145"/>
              <a:gd name="connsiteX183" fmla="*/ 3026996 w 11269336"/>
              <a:gd name="connsiteY183" fmla="*/ 2134322 h 2323145"/>
              <a:gd name="connsiteX184" fmla="*/ 3007772 w 11269336"/>
              <a:gd name="connsiteY184" fmla="*/ 2128742 h 2323145"/>
              <a:gd name="connsiteX185" fmla="*/ 2965030 w 11269336"/>
              <a:gd name="connsiteY185" fmla="*/ 2100494 h 2323145"/>
              <a:gd name="connsiteX186" fmla="*/ 2926342 w 11269336"/>
              <a:gd name="connsiteY186" fmla="*/ 2104155 h 2323145"/>
              <a:gd name="connsiteX187" fmla="*/ 2918608 w 11269336"/>
              <a:gd name="connsiteY187" fmla="*/ 2104215 h 2323145"/>
              <a:gd name="connsiteX188" fmla="*/ 2918475 w 11269336"/>
              <a:gd name="connsiteY188" fmla="*/ 2103937 h 2323145"/>
              <a:gd name="connsiteX189" fmla="*/ 2910360 w 11269336"/>
              <a:gd name="connsiteY189" fmla="*/ 2103444 h 2323145"/>
              <a:gd name="connsiteX190" fmla="*/ 2904507 w 11269336"/>
              <a:gd name="connsiteY190" fmla="*/ 2104326 h 2323145"/>
              <a:gd name="connsiteX191" fmla="*/ 2889503 w 11269336"/>
              <a:gd name="connsiteY191" fmla="*/ 2104443 h 2323145"/>
              <a:gd name="connsiteX192" fmla="*/ 2884480 w 11269336"/>
              <a:gd name="connsiteY192" fmla="*/ 2102626 h 2323145"/>
              <a:gd name="connsiteX193" fmla="*/ 2882689 w 11269336"/>
              <a:gd name="connsiteY193" fmla="*/ 2099228 h 2323145"/>
              <a:gd name="connsiteX194" fmla="*/ 2881291 w 11269336"/>
              <a:gd name="connsiteY194" fmla="*/ 2099618 h 2323145"/>
              <a:gd name="connsiteX195" fmla="*/ 2853979 w 11269336"/>
              <a:gd name="connsiteY195" fmla="*/ 2090388 h 2323145"/>
              <a:gd name="connsiteX196" fmla="*/ 2791790 w 11269336"/>
              <a:gd name="connsiteY196" fmla="*/ 2080332 h 2323145"/>
              <a:gd name="connsiteX197" fmla="*/ 2755844 w 11269336"/>
              <a:gd name="connsiteY197" fmla="*/ 2078874 h 2323145"/>
              <a:gd name="connsiteX198" fmla="*/ 2657742 w 11269336"/>
              <a:gd name="connsiteY198" fmla="*/ 2070179 h 2323145"/>
              <a:gd name="connsiteX199" fmla="*/ 2559549 w 11269336"/>
              <a:gd name="connsiteY199" fmla="*/ 2057873 h 2323145"/>
              <a:gd name="connsiteX200" fmla="*/ 2512054 w 11269336"/>
              <a:gd name="connsiteY200" fmla="*/ 2031671 h 2323145"/>
              <a:gd name="connsiteX201" fmla="*/ 2506437 w 11269336"/>
              <a:gd name="connsiteY201" fmla="*/ 2030918 h 2323145"/>
              <a:gd name="connsiteX202" fmla="*/ 2491752 w 11269336"/>
              <a:gd name="connsiteY202" fmla="*/ 2033906 h 2323145"/>
              <a:gd name="connsiteX203" fmla="*/ 2486338 w 11269336"/>
              <a:gd name="connsiteY203" fmla="*/ 2035862 h 2323145"/>
              <a:gd name="connsiteX204" fmla="*/ 2478186 w 11269336"/>
              <a:gd name="connsiteY204" fmla="*/ 2036953 h 2323145"/>
              <a:gd name="connsiteX205" fmla="*/ 2477950 w 11269336"/>
              <a:gd name="connsiteY205" fmla="*/ 2036715 h 2323145"/>
              <a:gd name="connsiteX206" fmla="*/ 2470381 w 11269336"/>
              <a:gd name="connsiteY206" fmla="*/ 2038256 h 2323145"/>
              <a:gd name="connsiteX207" fmla="*/ 2433781 w 11269336"/>
              <a:gd name="connsiteY207" fmla="*/ 2049140 h 2323145"/>
              <a:gd name="connsiteX208" fmla="*/ 2381172 w 11269336"/>
              <a:gd name="connsiteY208" fmla="*/ 2030645 h 2323145"/>
              <a:gd name="connsiteX209" fmla="*/ 2360198 w 11269336"/>
              <a:gd name="connsiteY209" fmla="*/ 2029059 h 2323145"/>
              <a:gd name="connsiteX210" fmla="*/ 2348815 w 11269336"/>
              <a:gd name="connsiteY210" fmla="*/ 2026798 h 2323145"/>
              <a:gd name="connsiteX211" fmla="*/ 2347988 w 11269336"/>
              <a:gd name="connsiteY211" fmla="*/ 2025745 h 2323145"/>
              <a:gd name="connsiteX212" fmla="*/ 2312920 w 11269336"/>
              <a:gd name="connsiteY212" fmla="*/ 2036311 h 2323145"/>
              <a:gd name="connsiteX213" fmla="*/ 2307986 w 11269336"/>
              <a:gd name="connsiteY213" fmla="*/ 2035583 h 2323145"/>
              <a:gd name="connsiteX214" fmla="*/ 2285481 w 11269336"/>
              <a:gd name="connsiteY214" fmla="*/ 2045197 h 2323145"/>
              <a:gd name="connsiteX215" fmla="*/ 2273666 w 11269336"/>
              <a:gd name="connsiteY215" fmla="*/ 2048710 h 2323145"/>
              <a:gd name="connsiteX216" fmla="*/ 2270719 w 11269336"/>
              <a:gd name="connsiteY216" fmla="*/ 2052702 h 2323145"/>
              <a:gd name="connsiteX217" fmla="*/ 2253080 w 11269336"/>
              <a:gd name="connsiteY217" fmla="*/ 2056363 h 2323145"/>
              <a:gd name="connsiteX218" fmla="*/ 2250906 w 11269336"/>
              <a:gd name="connsiteY218" fmla="*/ 2055654 h 2323145"/>
              <a:gd name="connsiteX219" fmla="*/ 2236905 w 11269336"/>
              <a:gd name="connsiteY219" fmla="*/ 2062882 h 2323145"/>
              <a:gd name="connsiteX220" fmla="*/ 2225830 w 11269336"/>
              <a:gd name="connsiteY220" fmla="*/ 2074027 h 2323145"/>
              <a:gd name="connsiteX221" fmla="*/ 2073776 w 11269336"/>
              <a:gd name="connsiteY221" fmla="*/ 2089244 h 2323145"/>
              <a:gd name="connsiteX222" fmla="*/ 1948256 w 11269336"/>
              <a:gd name="connsiteY222" fmla="*/ 2146616 h 2323145"/>
              <a:gd name="connsiteX223" fmla="*/ 1865582 w 11269336"/>
              <a:gd name="connsiteY223" fmla="*/ 2153738 h 2323145"/>
              <a:gd name="connsiteX224" fmla="*/ 1835210 w 11269336"/>
              <a:gd name="connsiteY224" fmla="*/ 2134244 h 2323145"/>
              <a:gd name="connsiteX225" fmla="*/ 1632661 w 11269336"/>
              <a:gd name="connsiteY225" fmla="*/ 2173882 h 2323145"/>
              <a:gd name="connsiteX226" fmla="*/ 1579590 w 11269336"/>
              <a:gd name="connsiteY226" fmla="*/ 2173680 h 2323145"/>
              <a:gd name="connsiteX227" fmla="*/ 1535601 w 11269336"/>
              <a:gd name="connsiteY227" fmla="*/ 2194590 h 2323145"/>
              <a:gd name="connsiteX228" fmla="*/ 1515594 w 11269336"/>
              <a:gd name="connsiteY228" fmla="*/ 2189622 h 2323145"/>
              <a:gd name="connsiteX229" fmla="*/ 1512113 w 11269336"/>
              <a:gd name="connsiteY229" fmla="*/ 2188534 h 2323145"/>
              <a:gd name="connsiteX230" fmla="*/ 1498838 w 11269336"/>
              <a:gd name="connsiteY230" fmla="*/ 2189213 h 2323145"/>
              <a:gd name="connsiteX231" fmla="*/ 1494279 w 11269336"/>
              <a:gd name="connsiteY231" fmla="*/ 2183112 h 2323145"/>
              <a:gd name="connsiteX232" fmla="*/ 1473714 w 11269336"/>
              <a:gd name="connsiteY232" fmla="*/ 2179625 h 2323145"/>
              <a:gd name="connsiteX233" fmla="*/ 1449503 w 11269336"/>
              <a:gd name="connsiteY233" fmla="*/ 2182633 h 2323145"/>
              <a:gd name="connsiteX234" fmla="*/ 1266687 w 11269336"/>
              <a:gd name="connsiteY234" fmla="*/ 2212688 h 2323145"/>
              <a:gd name="connsiteX235" fmla="*/ 1239614 w 11269336"/>
              <a:gd name="connsiteY235" fmla="*/ 2209727 h 2323145"/>
              <a:gd name="connsiteX236" fmla="*/ 1202436 w 11269336"/>
              <a:gd name="connsiteY236" fmla="*/ 2209817 h 2323145"/>
              <a:gd name="connsiteX237" fmla="*/ 1136097 w 11269336"/>
              <a:gd name="connsiteY237" fmla="*/ 2205112 h 2323145"/>
              <a:gd name="connsiteX238" fmla="*/ 988232 w 11269336"/>
              <a:gd name="connsiteY238" fmla="*/ 2235635 h 2323145"/>
              <a:gd name="connsiteX239" fmla="*/ 981959 w 11269336"/>
              <a:gd name="connsiteY239" fmla="*/ 2231607 h 2323145"/>
              <a:gd name="connsiteX240" fmla="*/ 938600 w 11269336"/>
              <a:gd name="connsiteY240" fmla="*/ 2238113 h 2323145"/>
              <a:gd name="connsiteX241" fmla="*/ 791788 w 11269336"/>
              <a:gd name="connsiteY241" fmla="*/ 2293224 h 2323145"/>
              <a:gd name="connsiteX242" fmla="*/ 706914 w 11269336"/>
              <a:gd name="connsiteY242" fmla="*/ 2305046 h 2323145"/>
              <a:gd name="connsiteX243" fmla="*/ 675971 w 11269336"/>
              <a:gd name="connsiteY243" fmla="*/ 2304030 h 2323145"/>
              <a:gd name="connsiteX244" fmla="*/ 624180 w 11269336"/>
              <a:gd name="connsiteY244" fmla="*/ 2302650 h 2323145"/>
              <a:gd name="connsiteX245" fmla="*/ 583453 w 11269336"/>
              <a:gd name="connsiteY245" fmla="*/ 2288788 h 2323145"/>
              <a:gd name="connsiteX246" fmla="*/ 540946 w 11269336"/>
              <a:gd name="connsiteY246" fmla="*/ 2292721 h 2323145"/>
              <a:gd name="connsiteX247" fmla="*/ 533680 w 11269336"/>
              <a:gd name="connsiteY247" fmla="*/ 2310233 h 2323145"/>
              <a:gd name="connsiteX248" fmla="*/ 487366 w 11269336"/>
              <a:gd name="connsiteY248" fmla="*/ 2309053 h 2323145"/>
              <a:gd name="connsiteX249" fmla="*/ 416820 w 11269336"/>
              <a:gd name="connsiteY249" fmla="*/ 2305443 h 2323145"/>
              <a:gd name="connsiteX250" fmla="*/ 376805 w 11269336"/>
              <a:gd name="connsiteY250" fmla="*/ 2307647 h 2323145"/>
              <a:gd name="connsiteX251" fmla="*/ 266777 w 11269336"/>
              <a:gd name="connsiteY251" fmla="*/ 2309012 h 2323145"/>
              <a:gd name="connsiteX252" fmla="*/ 156013 w 11269336"/>
              <a:gd name="connsiteY252" fmla="*/ 2306832 h 2323145"/>
              <a:gd name="connsiteX253" fmla="*/ 87258 w 11269336"/>
              <a:gd name="connsiteY253" fmla="*/ 2285511 h 2323145"/>
              <a:gd name="connsiteX254" fmla="*/ 23798 w 11269336"/>
              <a:gd name="connsiteY254" fmla="*/ 2281822 h 2323145"/>
              <a:gd name="connsiteX255" fmla="*/ 0 w 11269336"/>
              <a:gd name="connsiteY255" fmla="*/ 2285369 h 2323145"/>
              <a:gd name="connsiteX256" fmla="*/ 0 w 11269336"/>
              <a:gd name="connsiteY25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05765 w 11269336"/>
              <a:gd name="connsiteY145" fmla="*/ 2199902 h 2323145"/>
              <a:gd name="connsiteX146" fmla="*/ 4401354 w 11269336"/>
              <a:gd name="connsiteY146" fmla="*/ 2194745 h 2323145"/>
              <a:gd name="connsiteX147" fmla="*/ 4366646 w 11269336"/>
              <a:gd name="connsiteY147" fmla="*/ 2198564 h 2323145"/>
              <a:gd name="connsiteX148" fmla="*/ 4354009 w 11269336"/>
              <a:gd name="connsiteY148" fmla="*/ 2204984 h 2323145"/>
              <a:gd name="connsiteX149" fmla="*/ 4348284 w 11269336"/>
              <a:gd name="connsiteY149" fmla="*/ 2205270 h 2323145"/>
              <a:gd name="connsiteX150" fmla="*/ 4333906 w 11269336"/>
              <a:gd name="connsiteY150" fmla="*/ 2205251 h 2323145"/>
              <a:gd name="connsiteX151" fmla="*/ 4308819 w 11269336"/>
              <a:gd name="connsiteY151" fmla="*/ 2203822 h 2323145"/>
              <a:gd name="connsiteX152" fmla="*/ 4301210 w 11269336"/>
              <a:gd name="connsiteY152" fmla="*/ 2204456 h 2323145"/>
              <a:gd name="connsiteX153" fmla="*/ 4283095 w 11269336"/>
              <a:gd name="connsiteY153" fmla="*/ 2198177 h 2323145"/>
              <a:gd name="connsiteX154" fmla="*/ 4250119 w 11269336"/>
              <a:gd name="connsiteY154" fmla="*/ 2196342 h 2323145"/>
              <a:gd name="connsiteX155" fmla="*/ 4189203 w 11269336"/>
              <a:gd name="connsiteY155" fmla="*/ 2178994 h 2323145"/>
              <a:gd name="connsiteX156" fmla="*/ 4154035 w 11269336"/>
              <a:gd name="connsiteY156" fmla="*/ 2171950 h 2323145"/>
              <a:gd name="connsiteX157" fmla="*/ 4129569 w 11269336"/>
              <a:gd name="connsiteY157" fmla="*/ 2163850 h 2323145"/>
              <a:gd name="connsiteX158" fmla="*/ 4061250 w 11269336"/>
              <a:gd name="connsiteY158" fmla="*/ 2159236 h 2323145"/>
              <a:gd name="connsiteX159" fmla="*/ 3945480 w 11269336"/>
              <a:gd name="connsiteY159" fmla="*/ 2158279 h 2323145"/>
              <a:gd name="connsiteX160" fmla="*/ 3921468 w 11269336"/>
              <a:gd name="connsiteY160" fmla="*/ 2156588 h 2323145"/>
              <a:gd name="connsiteX161" fmla="*/ 3903348 w 11269336"/>
              <a:gd name="connsiteY161" fmla="*/ 2149220 h 2323145"/>
              <a:gd name="connsiteX162" fmla="*/ 3901342 w 11269336"/>
              <a:gd name="connsiteY162" fmla="*/ 2142355 h 2323145"/>
              <a:gd name="connsiteX163" fmla="*/ 3888539 w 11269336"/>
              <a:gd name="connsiteY163" fmla="*/ 2140476 h 2323145"/>
              <a:gd name="connsiteX164" fmla="*/ 3885662 w 11269336"/>
              <a:gd name="connsiteY164" fmla="*/ 2138740 h 2323145"/>
              <a:gd name="connsiteX165" fmla="*/ 3868627 w 11269336"/>
              <a:gd name="connsiteY165" fmla="*/ 2130023 h 2323145"/>
              <a:gd name="connsiteX166" fmla="*/ 3819177 w 11269336"/>
              <a:gd name="connsiteY166" fmla="*/ 2142111 h 2323145"/>
              <a:gd name="connsiteX167" fmla="*/ 3769100 w 11269336"/>
              <a:gd name="connsiteY167" fmla="*/ 2131731 h 2323145"/>
              <a:gd name="connsiteX168" fmla="*/ 3562752 w 11269336"/>
              <a:gd name="connsiteY168" fmla="*/ 2131785 h 2323145"/>
              <a:gd name="connsiteX169" fmla="*/ 3541402 w 11269336"/>
              <a:gd name="connsiteY169" fmla="*/ 2106821 h 2323145"/>
              <a:gd name="connsiteX170" fmla="*/ 3365341 w 11269336"/>
              <a:gd name="connsiteY170" fmla="*/ 2077638 h 2323145"/>
              <a:gd name="connsiteX171" fmla="*/ 3170922 w 11269336"/>
              <a:gd name="connsiteY171" fmla="*/ 2115957 h 2323145"/>
              <a:gd name="connsiteX172" fmla="*/ 3156256 w 11269336"/>
              <a:gd name="connsiteY172" fmla="*/ 2124773 h 2323145"/>
              <a:gd name="connsiteX173" fmla="*/ 3140298 w 11269336"/>
              <a:gd name="connsiteY173" fmla="*/ 2129182 h 2323145"/>
              <a:gd name="connsiteX174" fmla="*/ 3138514 w 11269336"/>
              <a:gd name="connsiteY174" fmla="*/ 2128069 h 2323145"/>
              <a:gd name="connsiteX175" fmla="*/ 3120467 w 11269336"/>
              <a:gd name="connsiteY175" fmla="*/ 2128281 h 2323145"/>
              <a:gd name="connsiteX176" fmla="*/ 3116175 w 11269336"/>
              <a:gd name="connsiteY176" fmla="*/ 2131633 h 2323145"/>
              <a:gd name="connsiteX177" fmla="*/ 3103685 w 11269336"/>
              <a:gd name="connsiteY177" fmla="*/ 2132814 h 2323145"/>
              <a:gd name="connsiteX178" fmla="*/ 3078794 w 11269336"/>
              <a:gd name="connsiteY178" fmla="*/ 2137935 h 2323145"/>
              <a:gd name="connsiteX179" fmla="*/ 3074407 w 11269336"/>
              <a:gd name="connsiteY179" fmla="*/ 2136274 h 2323145"/>
              <a:gd name="connsiteX180" fmla="*/ 3037285 w 11269336"/>
              <a:gd name="connsiteY180" fmla="*/ 2139919 h 2323145"/>
              <a:gd name="connsiteX181" fmla="*/ 3036901 w 11269336"/>
              <a:gd name="connsiteY181" fmla="*/ 2138726 h 2323145"/>
              <a:gd name="connsiteX182" fmla="*/ 3026996 w 11269336"/>
              <a:gd name="connsiteY182" fmla="*/ 2134322 h 2323145"/>
              <a:gd name="connsiteX183" fmla="*/ 3007772 w 11269336"/>
              <a:gd name="connsiteY183" fmla="*/ 2128742 h 2323145"/>
              <a:gd name="connsiteX184" fmla="*/ 2965030 w 11269336"/>
              <a:gd name="connsiteY184" fmla="*/ 2100494 h 2323145"/>
              <a:gd name="connsiteX185" fmla="*/ 2926342 w 11269336"/>
              <a:gd name="connsiteY185" fmla="*/ 2104155 h 2323145"/>
              <a:gd name="connsiteX186" fmla="*/ 2918608 w 11269336"/>
              <a:gd name="connsiteY186" fmla="*/ 2104215 h 2323145"/>
              <a:gd name="connsiteX187" fmla="*/ 2918475 w 11269336"/>
              <a:gd name="connsiteY187" fmla="*/ 2103937 h 2323145"/>
              <a:gd name="connsiteX188" fmla="*/ 2910360 w 11269336"/>
              <a:gd name="connsiteY188" fmla="*/ 2103444 h 2323145"/>
              <a:gd name="connsiteX189" fmla="*/ 2904507 w 11269336"/>
              <a:gd name="connsiteY189" fmla="*/ 2104326 h 2323145"/>
              <a:gd name="connsiteX190" fmla="*/ 2889503 w 11269336"/>
              <a:gd name="connsiteY190" fmla="*/ 2104443 h 2323145"/>
              <a:gd name="connsiteX191" fmla="*/ 2884480 w 11269336"/>
              <a:gd name="connsiteY191" fmla="*/ 2102626 h 2323145"/>
              <a:gd name="connsiteX192" fmla="*/ 2882689 w 11269336"/>
              <a:gd name="connsiteY192" fmla="*/ 2099228 h 2323145"/>
              <a:gd name="connsiteX193" fmla="*/ 2881291 w 11269336"/>
              <a:gd name="connsiteY193" fmla="*/ 2099618 h 2323145"/>
              <a:gd name="connsiteX194" fmla="*/ 2853979 w 11269336"/>
              <a:gd name="connsiteY194" fmla="*/ 2090388 h 2323145"/>
              <a:gd name="connsiteX195" fmla="*/ 2791790 w 11269336"/>
              <a:gd name="connsiteY195" fmla="*/ 2080332 h 2323145"/>
              <a:gd name="connsiteX196" fmla="*/ 2755844 w 11269336"/>
              <a:gd name="connsiteY196" fmla="*/ 2078874 h 2323145"/>
              <a:gd name="connsiteX197" fmla="*/ 2657742 w 11269336"/>
              <a:gd name="connsiteY197" fmla="*/ 2070179 h 2323145"/>
              <a:gd name="connsiteX198" fmla="*/ 2559549 w 11269336"/>
              <a:gd name="connsiteY198" fmla="*/ 2057873 h 2323145"/>
              <a:gd name="connsiteX199" fmla="*/ 2512054 w 11269336"/>
              <a:gd name="connsiteY199" fmla="*/ 2031671 h 2323145"/>
              <a:gd name="connsiteX200" fmla="*/ 2506437 w 11269336"/>
              <a:gd name="connsiteY200" fmla="*/ 2030918 h 2323145"/>
              <a:gd name="connsiteX201" fmla="*/ 2491752 w 11269336"/>
              <a:gd name="connsiteY201" fmla="*/ 2033906 h 2323145"/>
              <a:gd name="connsiteX202" fmla="*/ 2486338 w 11269336"/>
              <a:gd name="connsiteY202" fmla="*/ 2035862 h 2323145"/>
              <a:gd name="connsiteX203" fmla="*/ 2478186 w 11269336"/>
              <a:gd name="connsiteY203" fmla="*/ 2036953 h 2323145"/>
              <a:gd name="connsiteX204" fmla="*/ 2477950 w 11269336"/>
              <a:gd name="connsiteY204" fmla="*/ 2036715 h 2323145"/>
              <a:gd name="connsiteX205" fmla="*/ 2470381 w 11269336"/>
              <a:gd name="connsiteY205" fmla="*/ 2038256 h 2323145"/>
              <a:gd name="connsiteX206" fmla="*/ 2433781 w 11269336"/>
              <a:gd name="connsiteY206" fmla="*/ 2049140 h 2323145"/>
              <a:gd name="connsiteX207" fmla="*/ 2381172 w 11269336"/>
              <a:gd name="connsiteY207" fmla="*/ 2030645 h 2323145"/>
              <a:gd name="connsiteX208" fmla="*/ 2360198 w 11269336"/>
              <a:gd name="connsiteY208" fmla="*/ 2029059 h 2323145"/>
              <a:gd name="connsiteX209" fmla="*/ 2348815 w 11269336"/>
              <a:gd name="connsiteY209" fmla="*/ 2026798 h 2323145"/>
              <a:gd name="connsiteX210" fmla="*/ 2347988 w 11269336"/>
              <a:gd name="connsiteY210" fmla="*/ 2025745 h 2323145"/>
              <a:gd name="connsiteX211" fmla="*/ 2312920 w 11269336"/>
              <a:gd name="connsiteY211" fmla="*/ 2036311 h 2323145"/>
              <a:gd name="connsiteX212" fmla="*/ 2307986 w 11269336"/>
              <a:gd name="connsiteY212" fmla="*/ 2035583 h 2323145"/>
              <a:gd name="connsiteX213" fmla="*/ 2285481 w 11269336"/>
              <a:gd name="connsiteY213" fmla="*/ 2045197 h 2323145"/>
              <a:gd name="connsiteX214" fmla="*/ 2273666 w 11269336"/>
              <a:gd name="connsiteY214" fmla="*/ 2048710 h 2323145"/>
              <a:gd name="connsiteX215" fmla="*/ 2270719 w 11269336"/>
              <a:gd name="connsiteY215" fmla="*/ 2052702 h 2323145"/>
              <a:gd name="connsiteX216" fmla="*/ 2253080 w 11269336"/>
              <a:gd name="connsiteY216" fmla="*/ 2056363 h 2323145"/>
              <a:gd name="connsiteX217" fmla="*/ 2250906 w 11269336"/>
              <a:gd name="connsiteY217" fmla="*/ 2055654 h 2323145"/>
              <a:gd name="connsiteX218" fmla="*/ 2236905 w 11269336"/>
              <a:gd name="connsiteY218" fmla="*/ 2062882 h 2323145"/>
              <a:gd name="connsiteX219" fmla="*/ 2225830 w 11269336"/>
              <a:gd name="connsiteY219" fmla="*/ 2074027 h 2323145"/>
              <a:gd name="connsiteX220" fmla="*/ 2073776 w 11269336"/>
              <a:gd name="connsiteY220" fmla="*/ 2089244 h 2323145"/>
              <a:gd name="connsiteX221" fmla="*/ 1948256 w 11269336"/>
              <a:gd name="connsiteY221" fmla="*/ 2146616 h 2323145"/>
              <a:gd name="connsiteX222" fmla="*/ 1865582 w 11269336"/>
              <a:gd name="connsiteY222" fmla="*/ 2153738 h 2323145"/>
              <a:gd name="connsiteX223" fmla="*/ 1835210 w 11269336"/>
              <a:gd name="connsiteY223" fmla="*/ 2134244 h 2323145"/>
              <a:gd name="connsiteX224" fmla="*/ 1632661 w 11269336"/>
              <a:gd name="connsiteY224" fmla="*/ 2173882 h 2323145"/>
              <a:gd name="connsiteX225" fmla="*/ 1579590 w 11269336"/>
              <a:gd name="connsiteY225" fmla="*/ 2173680 h 2323145"/>
              <a:gd name="connsiteX226" fmla="*/ 1535601 w 11269336"/>
              <a:gd name="connsiteY226" fmla="*/ 2194590 h 2323145"/>
              <a:gd name="connsiteX227" fmla="*/ 1515594 w 11269336"/>
              <a:gd name="connsiteY227" fmla="*/ 2189622 h 2323145"/>
              <a:gd name="connsiteX228" fmla="*/ 1512113 w 11269336"/>
              <a:gd name="connsiteY228" fmla="*/ 2188534 h 2323145"/>
              <a:gd name="connsiteX229" fmla="*/ 1498838 w 11269336"/>
              <a:gd name="connsiteY229" fmla="*/ 2189213 h 2323145"/>
              <a:gd name="connsiteX230" fmla="*/ 1494279 w 11269336"/>
              <a:gd name="connsiteY230" fmla="*/ 2183112 h 2323145"/>
              <a:gd name="connsiteX231" fmla="*/ 1473714 w 11269336"/>
              <a:gd name="connsiteY231" fmla="*/ 2179625 h 2323145"/>
              <a:gd name="connsiteX232" fmla="*/ 1449503 w 11269336"/>
              <a:gd name="connsiteY232" fmla="*/ 2182633 h 2323145"/>
              <a:gd name="connsiteX233" fmla="*/ 1266687 w 11269336"/>
              <a:gd name="connsiteY233" fmla="*/ 2212688 h 2323145"/>
              <a:gd name="connsiteX234" fmla="*/ 1239614 w 11269336"/>
              <a:gd name="connsiteY234" fmla="*/ 2209727 h 2323145"/>
              <a:gd name="connsiteX235" fmla="*/ 1202436 w 11269336"/>
              <a:gd name="connsiteY235" fmla="*/ 2209817 h 2323145"/>
              <a:gd name="connsiteX236" fmla="*/ 1136097 w 11269336"/>
              <a:gd name="connsiteY236" fmla="*/ 2205112 h 2323145"/>
              <a:gd name="connsiteX237" fmla="*/ 988232 w 11269336"/>
              <a:gd name="connsiteY237" fmla="*/ 2235635 h 2323145"/>
              <a:gd name="connsiteX238" fmla="*/ 981959 w 11269336"/>
              <a:gd name="connsiteY238" fmla="*/ 2231607 h 2323145"/>
              <a:gd name="connsiteX239" fmla="*/ 938600 w 11269336"/>
              <a:gd name="connsiteY239" fmla="*/ 2238113 h 2323145"/>
              <a:gd name="connsiteX240" fmla="*/ 791788 w 11269336"/>
              <a:gd name="connsiteY240" fmla="*/ 2293224 h 2323145"/>
              <a:gd name="connsiteX241" fmla="*/ 706914 w 11269336"/>
              <a:gd name="connsiteY241" fmla="*/ 2305046 h 2323145"/>
              <a:gd name="connsiteX242" fmla="*/ 675971 w 11269336"/>
              <a:gd name="connsiteY242" fmla="*/ 2304030 h 2323145"/>
              <a:gd name="connsiteX243" fmla="*/ 624180 w 11269336"/>
              <a:gd name="connsiteY243" fmla="*/ 2302650 h 2323145"/>
              <a:gd name="connsiteX244" fmla="*/ 583453 w 11269336"/>
              <a:gd name="connsiteY244" fmla="*/ 2288788 h 2323145"/>
              <a:gd name="connsiteX245" fmla="*/ 540946 w 11269336"/>
              <a:gd name="connsiteY245" fmla="*/ 2292721 h 2323145"/>
              <a:gd name="connsiteX246" fmla="*/ 533680 w 11269336"/>
              <a:gd name="connsiteY246" fmla="*/ 2310233 h 2323145"/>
              <a:gd name="connsiteX247" fmla="*/ 487366 w 11269336"/>
              <a:gd name="connsiteY247" fmla="*/ 2309053 h 2323145"/>
              <a:gd name="connsiteX248" fmla="*/ 416820 w 11269336"/>
              <a:gd name="connsiteY248" fmla="*/ 2305443 h 2323145"/>
              <a:gd name="connsiteX249" fmla="*/ 376805 w 11269336"/>
              <a:gd name="connsiteY249" fmla="*/ 2307647 h 2323145"/>
              <a:gd name="connsiteX250" fmla="*/ 266777 w 11269336"/>
              <a:gd name="connsiteY250" fmla="*/ 2309012 h 2323145"/>
              <a:gd name="connsiteX251" fmla="*/ 156013 w 11269336"/>
              <a:gd name="connsiteY251" fmla="*/ 2306832 h 2323145"/>
              <a:gd name="connsiteX252" fmla="*/ 87258 w 11269336"/>
              <a:gd name="connsiteY252" fmla="*/ 2285511 h 2323145"/>
              <a:gd name="connsiteX253" fmla="*/ 23798 w 11269336"/>
              <a:gd name="connsiteY253" fmla="*/ 2281822 h 2323145"/>
              <a:gd name="connsiteX254" fmla="*/ 0 w 11269336"/>
              <a:gd name="connsiteY254" fmla="*/ 2285369 h 2323145"/>
              <a:gd name="connsiteX255" fmla="*/ 0 w 11269336"/>
              <a:gd name="connsiteY25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05765 w 11269336"/>
              <a:gd name="connsiteY144" fmla="*/ 2199902 h 2323145"/>
              <a:gd name="connsiteX145" fmla="*/ 4401354 w 11269336"/>
              <a:gd name="connsiteY145" fmla="*/ 2194745 h 2323145"/>
              <a:gd name="connsiteX146" fmla="*/ 4366646 w 11269336"/>
              <a:gd name="connsiteY146" fmla="*/ 2198564 h 2323145"/>
              <a:gd name="connsiteX147" fmla="*/ 4354009 w 11269336"/>
              <a:gd name="connsiteY147" fmla="*/ 2204984 h 2323145"/>
              <a:gd name="connsiteX148" fmla="*/ 4348284 w 11269336"/>
              <a:gd name="connsiteY148" fmla="*/ 2205270 h 2323145"/>
              <a:gd name="connsiteX149" fmla="*/ 4333906 w 11269336"/>
              <a:gd name="connsiteY149" fmla="*/ 2205251 h 2323145"/>
              <a:gd name="connsiteX150" fmla="*/ 4308819 w 11269336"/>
              <a:gd name="connsiteY150" fmla="*/ 2203822 h 2323145"/>
              <a:gd name="connsiteX151" fmla="*/ 4301210 w 11269336"/>
              <a:gd name="connsiteY151" fmla="*/ 2204456 h 2323145"/>
              <a:gd name="connsiteX152" fmla="*/ 4283095 w 11269336"/>
              <a:gd name="connsiteY152" fmla="*/ 2198177 h 2323145"/>
              <a:gd name="connsiteX153" fmla="*/ 4250119 w 11269336"/>
              <a:gd name="connsiteY153" fmla="*/ 2196342 h 2323145"/>
              <a:gd name="connsiteX154" fmla="*/ 4189203 w 11269336"/>
              <a:gd name="connsiteY154" fmla="*/ 2178994 h 2323145"/>
              <a:gd name="connsiteX155" fmla="*/ 4154035 w 11269336"/>
              <a:gd name="connsiteY155" fmla="*/ 2171950 h 2323145"/>
              <a:gd name="connsiteX156" fmla="*/ 4129569 w 11269336"/>
              <a:gd name="connsiteY156" fmla="*/ 2163850 h 2323145"/>
              <a:gd name="connsiteX157" fmla="*/ 4061250 w 11269336"/>
              <a:gd name="connsiteY157" fmla="*/ 2159236 h 2323145"/>
              <a:gd name="connsiteX158" fmla="*/ 3945480 w 11269336"/>
              <a:gd name="connsiteY158" fmla="*/ 2158279 h 2323145"/>
              <a:gd name="connsiteX159" fmla="*/ 3921468 w 11269336"/>
              <a:gd name="connsiteY159" fmla="*/ 2156588 h 2323145"/>
              <a:gd name="connsiteX160" fmla="*/ 3903348 w 11269336"/>
              <a:gd name="connsiteY160" fmla="*/ 2149220 h 2323145"/>
              <a:gd name="connsiteX161" fmla="*/ 3901342 w 11269336"/>
              <a:gd name="connsiteY161" fmla="*/ 2142355 h 2323145"/>
              <a:gd name="connsiteX162" fmla="*/ 3888539 w 11269336"/>
              <a:gd name="connsiteY162" fmla="*/ 2140476 h 2323145"/>
              <a:gd name="connsiteX163" fmla="*/ 3885662 w 11269336"/>
              <a:gd name="connsiteY163" fmla="*/ 2138740 h 2323145"/>
              <a:gd name="connsiteX164" fmla="*/ 3868627 w 11269336"/>
              <a:gd name="connsiteY164" fmla="*/ 2130023 h 2323145"/>
              <a:gd name="connsiteX165" fmla="*/ 3819177 w 11269336"/>
              <a:gd name="connsiteY165" fmla="*/ 2142111 h 2323145"/>
              <a:gd name="connsiteX166" fmla="*/ 3769100 w 11269336"/>
              <a:gd name="connsiteY166" fmla="*/ 2131731 h 2323145"/>
              <a:gd name="connsiteX167" fmla="*/ 3562752 w 11269336"/>
              <a:gd name="connsiteY167" fmla="*/ 2131785 h 2323145"/>
              <a:gd name="connsiteX168" fmla="*/ 3541402 w 11269336"/>
              <a:gd name="connsiteY168" fmla="*/ 2106821 h 2323145"/>
              <a:gd name="connsiteX169" fmla="*/ 3365341 w 11269336"/>
              <a:gd name="connsiteY169" fmla="*/ 2077638 h 2323145"/>
              <a:gd name="connsiteX170" fmla="*/ 3170922 w 11269336"/>
              <a:gd name="connsiteY170" fmla="*/ 2115957 h 2323145"/>
              <a:gd name="connsiteX171" fmla="*/ 3156256 w 11269336"/>
              <a:gd name="connsiteY171" fmla="*/ 2124773 h 2323145"/>
              <a:gd name="connsiteX172" fmla="*/ 3140298 w 11269336"/>
              <a:gd name="connsiteY172" fmla="*/ 2129182 h 2323145"/>
              <a:gd name="connsiteX173" fmla="*/ 3138514 w 11269336"/>
              <a:gd name="connsiteY173" fmla="*/ 2128069 h 2323145"/>
              <a:gd name="connsiteX174" fmla="*/ 3120467 w 11269336"/>
              <a:gd name="connsiteY174" fmla="*/ 2128281 h 2323145"/>
              <a:gd name="connsiteX175" fmla="*/ 3116175 w 11269336"/>
              <a:gd name="connsiteY175" fmla="*/ 2131633 h 2323145"/>
              <a:gd name="connsiteX176" fmla="*/ 3103685 w 11269336"/>
              <a:gd name="connsiteY176" fmla="*/ 2132814 h 2323145"/>
              <a:gd name="connsiteX177" fmla="*/ 3078794 w 11269336"/>
              <a:gd name="connsiteY177" fmla="*/ 2137935 h 2323145"/>
              <a:gd name="connsiteX178" fmla="*/ 3074407 w 11269336"/>
              <a:gd name="connsiteY178" fmla="*/ 2136274 h 2323145"/>
              <a:gd name="connsiteX179" fmla="*/ 3037285 w 11269336"/>
              <a:gd name="connsiteY179" fmla="*/ 2139919 h 2323145"/>
              <a:gd name="connsiteX180" fmla="*/ 3036901 w 11269336"/>
              <a:gd name="connsiteY180" fmla="*/ 2138726 h 2323145"/>
              <a:gd name="connsiteX181" fmla="*/ 3026996 w 11269336"/>
              <a:gd name="connsiteY181" fmla="*/ 2134322 h 2323145"/>
              <a:gd name="connsiteX182" fmla="*/ 3007772 w 11269336"/>
              <a:gd name="connsiteY182" fmla="*/ 2128742 h 2323145"/>
              <a:gd name="connsiteX183" fmla="*/ 2965030 w 11269336"/>
              <a:gd name="connsiteY183" fmla="*/ 2100494 h 2323145"/>
              <a:gd name="connsiteX184" fmla="*/ 2926342 w 11269336"/>
              <a:gd name="connsiteY184" fmla="*/ 2104155 h 2323145"/>
              <a:gd name="connsiteX185" fmla="*/ 2918608 w 11269336"/>
              <a:gd name="connsiteY185" fmla="*/ 2104215 h 2323145"/>
              <a:gd name="connsiteX186" fmla="*/ 2918475 w 11269336"/>
              <a:gd name="connsiteY186" fmla="*/ 2103937 h 2323145"/>
              <a:gd name="connsiteX187" fmla="*/ 2910360 w 11269336"/>
              <a:gd name="connsiteY187" fmla="*/ 2103444 h 2323145"/>
              <a:gd name="connsiteX188" fmla="*/ 2904507 w 11269336"/>
              <a:gd name="connsiteY188" fmla="*/ 2104326 h 2323145"/>
              <a:gd name="connsiteX189" fmla="*/ 2889503 w 11269336"/>
              <a:gd name="connsiteY189" fmla="*/ 2104443 h 2323145"/>
              <a:gd name="connsiteX190" fmla="*/ 2884480 w 11269336"/>
              <a:gd name="connsiteY190" fmla="*/ 2102626 h 2323145"/>
              <a:gd name="connsiteX191" fmla="*/ 2882689 w 11269336"/>
              <a:gd name="connsiteY191" fmla="*/ 2099228 h 2323145"/>
              <a:gd name="connsiteX192" fmla="*/ 2881291 w 11269336"/>
              <a:gd name="connsiteY192" fmla="*/ 2099618 h 2323145"/>
              <a:gd name="connsiteX193" fmla="*/ 2853979 w 11269336"/>
              <a:gd name="connsiteY193" fmla="*/ 2090388 h 2323145"/>
              <a:gd name="connsiteX194" fmla="*/ 2791790 w 11269336"/>
              <a:gd name="connsiteY194" fmla="*/ 2080332 h 2323145"/>
              <a:gd name="connsiteX195" fmla="*/ 2755844 w 11269336"/>
              <a:gd name="connsiteY195" fmla="*/ 2078874 h 2323145"/>
              <a:gd name="connsiteX196" fmla="*/ 2657742 w 11269336"/>
              <a:gd name="connsiteY196" fmla="*/ 2070179 h 2323145"/>
              <a:gd name="connsiteX197" fmla="*/ 2559549 w 11269336"/>
              <a:gd name="connsiteY197" fmla="*/ 2057873 h 2323145"/>
              <a:gd name="connsiteX198" fmla="*/ 2512054 w 11269336"/>
              <a:gd name="connsiteY198" fmla="*/ 2031671 h 2323145"/>
              <a:gd name="connsiteX199" fmla="*/ 2506437 w 11269336"/>
              <a:gd name="connsiteY199" fmla="*/ 2030918 h 2323145"/>
              <a:gd name="connsiteX200" fmla="*/ 2491752 w 11269336"/>
              <a:gd name="connsiteY200" fmla="*/ 2033906 h 2323145"/>
              <a:gd name="connsiteX201" fmla="*/ 2486338 w 11269336"/>
              <a:gd name="connsiteY201" fmla="*/ 2035862 h 2323145"/>
              <a:gd name="connsiteX202" fmla="*/ 2478186 w 11269336"/>
              <a:gd name="connsiteY202" fmla="*/ 2036953 h 2323145"/>
              <a:gd name="connsiteX203" fmla="*/ 2477950 w 11269336"/>
              <a:gd name="connsiteY203" fmla="*/ 2036715 h 2323145"/>
              <a:gd name="connsiteX204" fmla="*/ 2470381 w 11269336"/>
              <a:gd name="connsiteY204" fmla="*/ 2038256 h 2323145"/>
              <a:gd name="connsiteX205" fmla="*/ 2433781 w 11269336"/>
              <a:gd name="connsiteY205" fmla="*/ 2049140 h 2323145"/>
              <a:gd name="connsiteX206" fmla="*/ 2381172 w 11269336"/>
              <a:gd name="connsiteY206" fmla="*/ 2030645 h 2323145"/>
              <a:gd name="connsiteX207" fmla="*/ 2360198 w 11269336"/>
              <a:gd name="connsiteY207" fmla="*/ 2029059 h 2323145"/>
              <a:gd name="connsiteX208" fmla="*/ 2348815 w 11269336"/>
              <a:gd name="connsiteY208" fmla="*/ 2026798 h 2323145"/>
              <a:gd name="connsiteX209" fmla="*/ 2347988 w 11269336"/>
              <a:gd name="connsiteY209" fmla="*/ 2025745 h 2323145"/>
              <a:gd name="connsiteX210" fmla="*/ 2312920 w 11269336"/>
              <a:gd name="connsiteY210" fmla="*/ 2036311 h 2323145"/>
              <a:gd name="connsiteX211" fmla="*/ 2307986 w 11269336"/>
              <a:gd name="connsiteY211" fmla="*/ 2035583 h 2323145"/>
              <a:gd name="connsiteX212" fmla="*/ 2285481 w 11269336"/>
              <a:gd name="connsiteY212" fmla="*/ 2045197 h 2323145"/>
              <a:gd name="connsiteX213" fmla="*/ 2273666 w 11269336"/>
              <a:gd name="connsiteY213" fmla="*/ 2048710 h 2323145"/>
              <a:gd name="connsiteX214" fmla="*/ 2270719 w 11269336"/>
              <a:gd name="connsiteY214" fmla="*/ 2052702 h 2323145"/>
              <a:gd name="connsiteX215" fmla="*/ 2253080 w 11269336"/>
              <a:gd name="connsiteY215" fmla="*/ 2056363 h 2323145"/>
              <a:gd name="connsiteX216" fmla="*/ 2250906 w 11269336"/>
              <a:gd name="connsiteY216" fmla="*/ 2055654 h 2323145"/>
              <a:gd name="connsiteX217" fmla="*/ 2236905 w 11269336"/>
              <a:gd name="connsiteY217" fmla="*/ 2062882 h 2323145"/>
              <a:gd name="connsiteX218" fmla="*/ 2225830 w 11269336"/>
              <a:gd name="connsiteY218" fmla="*/ 2074027 h 2323145"/>
              <a:gd name="connsiteX219" fmla="*/ 2073776 w 11269336"/>
              <a:gd name="connsiteY219" fmla="*/ 2089244 h 2323145"/>
              <a:gd name="connsiteX220" fmla="*/ 1948256 w 11269336"/>
              <a:gd name="connsiteY220" fmla="*/ 2146616 h 2323145"/>
              <a:gd name="connsiteX221" fmla="*/ 1865582 w 11269336"/>
              <a:gd name="connsiteY221" fmla="*/ 2153738 h 2323145"/>
              <a:gd name="connsiteX222" fmla="*/ 1835210 w 11269336"/>
              <a:gd name="connsiteY222" fmla="*/ 2134244 h 2323145"/>
              <a:gd name="connsiteX223" fmla="*/ 1632661 w 11269336"/>
              <a:gd name="connsiteY223" fmla="*/ 2173882 h 2323145"/>
              <a:gd name="connsiteX224" fmla="*/ 1579590 w 11269336"/>
              <a:gd name="connsiteY224" fmla="*/ 2173680 h 2323145"/>
              <a:gd name="connsiteX225" fmla="*/ 1535601 w 11269336"/>
              <a:gd name="connsiteY225" fmla="*/ 2194590 h 2323145"/>
              <a:gd name="connsiteX226" fmla="*/ 1515594 w 11269336"/>
              <a:gd name="connsiteY226" fmla="*/ 2189622 h 2323145"/>
              <a:gd name="connsiteX227" fmla="*/ 1512113 w 11269336"/>
              <a:gd name="connsiteY227" fmla="*/ 2188534 h 2323145"/>
              <a:gd name="connsiteX228" fmla="*/ 1498838 w 11269336"/>
              <a:gd name="connsiteY228" fmla="*/ 2189213 h 2323145"/>
              <a:gd name="connsiteX229" fmla="*/ 1494279 w 11269336"/>
              <a:gd name="connsiteY229" fmla="*/ 2183112 h 2323145"/>
              <a:gd name="connsiteX230" fmla="*/ 1473714 w 11269336"/>
              <a:gd name="connsiteY230" fmla="*/ 2179625 h 2323145"/>
              <a:gd name="connsiteX231" fmla="*/ 1449503 w 11269336"/>
              <a:gd name="connsiteY231" fmla="*/ 2182633 h 2323145"/>
              <a:gd name="connsiteX232" fmla="*/ 1266687 w 11269336"/>
              <a:gd name="connsiteY232" fmla="*/ 2212688 h 2323145"/>
              <a:gd name="connsiteX233" fmla="*/ 1239614 w 11269336"/>
              <a:gd name="connsiteY233" fmla="*/ 2209727 h 2323145"/>
              <a:gd name="connsiteX234" fmla="*/ 1202436 w 11269336"/>
              <a:gd name="connsiteY234" fmla="*/ 2209817 h 2323145"/>
              <a:gd name="connsiteX235" fmla="*/ 1136097 w 11269336"/>
              <a:gd name="connsiteY235" fmla="*/ 2205112 h 2323145"/>
              <a:gd name="connsiteX236" fmla="*/ 988232 w 11269336"/>
              <a:gd name="connsiteY236" fmla="*/ 2235635 h 2323145"/>
              <a:gd name="connsiteX237" fmla="*/ 981959 w 11269336"/>
              <a:gd name="connsiteY237" fmla="*/ 2231607 h 2323145"/>
              <a:gd name="connsiteX238" fmla="*/ 938600 w 11269336"/>
              <a:gd name="connsiteY238" fmla="*/ 2238113 h 2323145"/>
              <a:gd name="connsiteX239" fmla="*/ 791788 w 11269336"/>
              <a:gd name="connsiteY239" fmla="*/ 2293224 h 2323145"/>
              <a:gd name="connsiteX240" fmla="*/ 706914 w 11269336"/>
              <a:gd name="connsiteY240" fmla="*/ 2305046 h 2323145"/>
              <a:gd name="connsiteX241" fmla="*/ 675971 w 11269336"/>
              <a:gd name="connsiteY241" fmla="*/ 2304030 h 2323145"/>
              <a:gd name="connsiteX242" fmla="*/ 624180 w 11269336"/>
              <a:gd name="connsiteY242" fmla="*/ 2302650 h 2323145"/>
              <a:gd name="connsiteX243" fmla="*/ 583453 w 11269336"/>
              <a:gd name="connsiteY243" fmla="*/ 2288788 h 2323145"/>
              <a:gd name="connsiteX244" fmla="*/ 540946 w 11269336"/>
              <a:gd name="connsiteY244" fmla="*/ 2292721 h 2323145"/>
              <a:gd name="connsiteX245" fmla="*/ 533680 w 11269336"/>
              <a:gd name="connsiteY245" fmla="*/ 2310233 h 2323145"/>
              <a:gd name="connsiteX246" fmla="*/ 487366 w 11269336"/>
              <a:gd name="connsiteY246" fmla="*/ 2309053 h 2323145"/>
              <a:gd name="connsiteX247" fmla="*/ 416820 w 11269336"/>
              <a:gd name="connsiteY247" fmla="*/ 2305443 h 2323145"/>
              <a:gd name="connsiteX248" fmla="*/ 376805 w 11269336"/>
              <a:gd name="connsiteY248" fmla="*/ 2307647 h 2323145"/>
              <a:gd name="connsiteX249" fmla="*/ 266777 w 11269336"/>
              <a:gd name="connsiteY249" fmla="*/ 2309012 h 2323145"/>
              <a:gd name="connsiteX250" fmla="*/ 156013 w 11269336"/>
              <a:gd name="connsiteY250" fmla="*/ 2306832 h 2323145"/>
              <a:gd name="connsiteX251" fmla="*/ 87258 w 11269336"/>
              <a:gd name="connsiteY251" fmla="*/ 2285511 h 2323145"/>
              <a:gd name="connsiteX252" fmla="*/ 23798 w 11269336"/>
              <a:gd name="connsiteY252" fmla="*/ 2281822 h 2323145"/>
              <a:gd name="connsiteX253" fmla="*/ 0 w 11269336"/>
              <a:gd name="connsiteY253" fmla="*/ 2285369 h 2323145"/>
              <a:gd name="connsiteX254" fmla="*/ 0 w 11269336"/>
              <a:gd name="connsiteY25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67257 w 11269336"/>
              <a:gd name="connsiteY142" fmla="*/ 2196121 h 2323145"/>
              <a:gd name="connsiteX143" fmla="*/ 4405765 w 11269336"/>
              <a:gd name="connsiteY143" fmla="*/ 2199902 h 2323145"/>
              <a:gd name="connsiteX144" fmla="*/ 4401354 w 11269336"/>
              <a:gd name="connsiteY144" fmla="*/ 2194745 h 2323145"/>
              <a:gd name="connsiteX145" fmla="*/ 4366646 w 11269336"/>
              <a:gd name="connsiteY145" fmla="*/ 2198564 h 2323145"/>
              <a:gd name="connsiteX146" fmla="*/ 4354009 w 11269336"/>
              <a:gd name="connsiteY146" fmla="*/ 2204984 h 2323145"/>
              <a:gd name="connsiteX147" fmla="*/ 4348284 w 11269336"/>
              <a:gd name="connsiteY147" fmla="*/ 2205270 h 2323145"/>
              <a:gd name="connsiteX148" fmla="*/ 4333906 w 11269336"/>
              <a:gd name="connsiteY148" fmla="*/ 2205251 h 2323145"/>
              <a:gd name="connsiteX149" fmla="*/ 4308819 w 11269336"/>
              <a:gd name="connsiteY149" fmla="*/ 2203822 h 2323145"/>
              <a:gd name="connsiteX150" fmla="*/ 4301210 w 11269336"/>
              <a:gd name="connsiteY150" fmla="*/ 2204456 h 2323145"/>
              <a:gd name="connsiteX151" fmla="*/ 4283095 w 11269336"/>
              <a:gd name="connsiteY151" fmla="*/ 2198177 h 2323145"/>
              <a:gd name="connsiteX152" fmla="*/ 4250119 w 11269336"/>
              <a:gd name="connsiteY152" fmla="*/ 2196342 h 2323145"/>
              <a:gd name="connsiteX153" fmla="*/ 4189203 w 11269336"/>
              <a:gd name="connsiteY153" fmla="*/ 2178994 h 2323145"/>
              <a:gd name="connsiteX154" fmla="*/ 4154035 w 11269336"/>
              <a:gd name="connsiteY154" fmla="*/ 2171950 h 2323145"/>
              <a:gd name="connsiteX155" fmla="*/ 4129569 w 11269336"/>
              <a:gd name="connsiteY155" fmla="*/ 2163850 h 2323145"/>
              <a:gd name="connsiteX156" fmla="*/ 4061250 w 11269336"/>
              <a:gd name="connsiteY156" fmla="*/ 2159236 h 2323145"/>
              <a:gd name="connsiteX157" fmla="*/ 3945480 w 11269336"/>
              <a:gd name="connsiteY157" fmla="*/ 2158279 h 2323145"/>
              <a:gd name="connsiteX158" fmla="*/ 3921468 w 11269336"/>
              <a:gd name="connsiteY158" fmla="*/ 2156588 h 2323145"/>
              <a:gd name="connsiteX159" fmla="*/ 3903348 w 11269336"/>
              <a:gd name="connsiteY159" fmla="*/ 2149220 h 2323145"/>
              <a:gd name="connsiteX160" fmla="*/ 3901342 w 11269336"/>
              <a:gd name="connsiteY160" fmla="*/ 2142355 h 2323145"/>
              <a:gd name="connsiteX161" fmla="*/ 3888539 w 11269336"/>
              <a:gd name="connsiteY161" fmla="*/ 2140476 h 2323145"/>
              <a:gd name="connsiteX162" fmla="*/ 3885662 w 11269336"/>
              <a:gd name="connsiteY162" fmla="*/ 2138740 h 2323145"/>
              <a:gd name="connsiteX163" fmla="*/ 3868627 w 11269336"/>
              <a:gd name="connsiteY163" fmla="*/ 2130023 h 2323145"/>
              <a:gd name="connsiteX164" fmla="*/ 3819177 w 11269336"/>
              <a:gd name="connsiteY164" fmla="*/ 2142111 h 2323145"/>
              <a:gd name="connsiteX165" fmla="*/ 3769100 w 11269336"/>
              <a:gd name="connsiteY165" fmla="*/ 2131731 h 2323145"/>
              <a:gd name="connsiteX166" fmla="*/ 3562752 w 11269336"/>
              <a:gd name="connsiteY166" fmla="*/ 2131785 h 2323145"/>
              <a:gd name="connsiteX167" fmla="*/ 3541402 w 11269336"/>
              <a:gd name="connsiteY167" fmla="*/ 2106821 h 2323145"/>
              <a:gd name="connsiteX168" fmla="*/ 3365341 w 11269336"/>
              <a:gd name="connsiteY168" fmla="*/ 2077638 h 2323145"/>
              <a:gd name="connsiteX169" fmla="*/ 3170922 w 11269336"/>
              <a:gd name="connsiteY169" fmla="*/ 2115957 h 2323145"/>
              <a:gd name="connsiteX170" fmla="*/ 3156256 w 11269336"/>
              <a:gd name="connsiteY170" fmla="*/ 2124773 h 2323145"/>
              <a:gd name="connsiteX171" fmla="*/ 3140298 w 11269336"/>
              <a:gd name="connsiteY171" fmla="*/ 2129182 h 2323145"/>
              <a:gd name="connsiteX172" fmla="*/ 3138514 w 11269336"/>
              <a:gd name="connsiteY172" fmla="*/ 2128069 h 2323145"/>
              <a:gd name="connsiteX173" fmla="*/ 3120467 w 11269336"/>
              <a:gd name="connsiteY173" fmla="*/ 2128281 h 2323145"/>
              <a:gd name="connsiteX174" fmla="*/ 3116175 w 11269336"/>
              <a:gd name="connsiteY174" fmla="*/ 2131633 h 2323145"/>
              <a:gd name="connsiteX175" fmla="*/ 3103685 w 11269336"/>
              <a:gd name="connsiteY175" fmla="*/ 2132814 h 2323145"/>
              <a:gd name="connsiteX176" fmla="*/ 3078794 w 11269336"/>
              <a:gd name="connsiteY176" fmla="*/ 2137935 h 2323145"/>
              <a:gd name="connsiteX177" fmla="*/ 3074407 w 11269336"/>
              <a:gd name="connsiteY177" fmla="*/ 2136274 h 2323145"/>
              <a:gd name="connsiteX178" fmla="*/ 3037285 w 11269336"/>
              <a:gd name="connsiteY178" fmla="*/ 2139919 h 2323145"/>
              <a:gd name="connsiteX179" fmla="*/ 3036901 w 11269336"/>
              <a:gd name="connsiteY179" fmla="*/ 2138726 h 2323145"/>
              <a:gd name="connsiteX180" fmla="*/ 3026996 w 11269336"/>
              <a:gd name="connsiteY180" fmla="*/ 2134322 h 2323145"/>
              <a:gd name="connsiteX181" fmla="*/ 3007772 w 11269336"/>
              <a:gd name="connsiteY181" fmla="*/ 2128742 h 2323145"/>
              <a:gd name="connsiteX182" fmla="*/ 2965030 w 11269336"/>
              <a:gd name="connsiteY182" fmla="*/ 2100494 h 2323145"/>
              <a:gd name="connsiteX183" fmla="*/ 2926342 w 11269336"/>
              <a:gd name="connsiteY183" fmla="*/ 2104155 h 2323145"/>
              <a:gd name="connsiteX184" fmla="*/ 2918608 w 11269336"/>
              <a:gd name="connsiteY184" fmla="*/ 2104215 h 2323145"/>
              <a:gd name="connsiteX185" fmla="*/ 2918475 w 11269336"/>
              <a:gd name="connsiteY185" fmla="*/ 2103937 h 2323145"/>
              <a:gd name="connsiteX186" fmla="*/ 2910360 w 11269336"/>
              <a:gd name="connsiteY186" fmla="*/ 2103444 h 2323145"/>
              <a:gd name="connsiteX187" fmla="*/ 2904507 w 11269336"/>
              <a:gd name="connsiteY187" fmla="*/ 2104326 h 2323145"/>
              <a:gd name="connsiteX188" fmla="*/ 2889503 w 11269336"/>
              <a:gd name="connsiteY188" fmla="*/ 2104443 h 2323145"/>
              <a:gd name="connsiteX189" fmla="*/ 2884480 w 11269336"/>
              <a:gd name="connsiteY189" fmla="*/ 2102626 h 2323145"/>
              <a:gd name="connsiteX190" fmla="*/ 2882689 w 11269336"/>
              <a:gd name="connsiteY190" fmla="*/ 2099228 h 2323145"/>
              <a:gd name="connsiteX191" fmla="*/ 2881291 w 11269336"/>
              <a:gd name="connsiteY191" fmla="*/ 2099618 h 2323145"/>
              <a:gd name="connsiteX192" fmla="*/ 2853979 w 11269336"/>
              <a:gd name="connsiteY192" fmla="*/ 2090388 h 2323145"/>
              <a:gd name="connsiteX193" fmla="*/ 2791790 w 11269336"/>
              <a:gd name="connsiteY193" fmla="*/ 2080332 h 2323145"/>
              <a:gd name="connsiteX194" fmla="*/ 2755844 w 11269336"/>
              <a:gd name="connsiteY194" fmla="*/ 2078874 h 2323145"/>
              <a:gd name="connsiteX195" fmla="*/ 2657742 w 11269336"/>
              <a:gd name="connsiteY195" fmla="*/ 2070179 h 2323145"/>
              <a:gd name="connsiteX196" fmla="*/ 2559549 w 11269336"/>
              <a:gd name="connsiteY196" fmla="*/ 2057873 h 2323145"/>
              <a:gd name="connsiteX197" fmla="*/ 2512054 w 11269336"/>
              <a:gd name="connsiteY197" fmla="*/ 2031671 h 2323145"/>
              <a:gd name="connsiteX198" fmla="*/ 2506437 w 11269336"/>
              <a:gd name="connsiteY198" fmla="*/ 2030918 h 2323145"/>
              <a:gd name="connsiteX199" fmla="*/ 2491752 w 11269336"/>
              <a:gd name="connsiteY199" fmla="*/ 2033906 h 2323145"/>
              <a:gd name="connsiteX200" fmla="*/ 2486338 w 11269336"/>
              <a:gd name="connsiteY200" fmla="*/ 2035862 h 2323145"/>
              <a:gd name="connsiteX201" fmla="*/ 2478186 w 11269336"/>
              <a:gd name="connsiteY201" fmla="*/ 2036953 h 2323145"/>
              <a:gd name="connsiteX202" fmla="*/ 2477950 w 11269336"/>
              <a:gd name="connsiteY202" fmla="*/ 2036715 h 2323145"/>
              <a:gd name="connsiteX203" fmla="*/ 2470381 w 11269336"/>
              <a:gd name="connsiteY203" fmla="*/ 2038256 h 2323145"/>
              <a:gd name="connsiteX204" fmla="*/ 2433781 w 11269336"/>
              <a:gd name="connsiteY204" fmla="*/ 2049140 h 2323145"/>
              <a:gd name="connsiteX205" fmla="*/ 2381172 w 11269336"/>
              <a:gd name="connsiteY205" fmla="*/ 2030645 h 2323145"/>
              <a:gd name="connsiteX206" fmla="*/ 2360198 w 11269336"/>
              <a:gd name="connsiteY206" fmla="*/ 2029059 h 2323145"/>
              <a:gd name="connsiteX207" fmla="*/ 2348815 w 11269336"/>
              <a:gd name="connsiteY207" fmla="*/ 2026798 h 2323145"/>
              <a:gd name="connsiteX208" fmla="*/ 2347988 w 11269336"/>
              <a:gd name="connsiteY208" fmla="*/ 2025745 h 2323145"/>
              <a:gd name="connsiteX209" fmla="*/ 2312920 w 11269336"/>
              <a:gd name="connsiteY209" fmla="*/ 2036311 h 2323145"/>
              <a:gd name="connsiteX210" fmla="*/ 2307986 w 11269336"/>
              <a:gd name="connsiteY210" fmla="*/ 2035583 h 2323145"/>
              <a:gd name="connsiteX211" fmla="*/ 2285481 w 11269336"/>
              <a:gd name="connsiteY211" fmla="*/ 2045197 h 2323145"/>
              <a:gd name="connsiteX212" fmla="*/ 2273666 w 11269336"/>
              <a:gd name="connsiteY212" fmla="*/ 2048710 h 2323145"/>
              <a:gd name="connsiteX213" fmla="*/ 2270719 w 11269336"/>
              <a:gd name="connsiteY213" fmla="*/ 2052702 h 2323145"/>
              <a:gd name="connsiteX214" fmla="*/ 2253080 w 11269336"/>
              <a:gd name="connsiteY214" fmla="*/ 2056363 h 2323145"/>
              <a:gd name="connsiteX215" fmla="*/ 2250906 w 11269336"/>
              <a:gd name="connsiteY215" fmla="*/ 2055654 h 2323145"/>
              <a:gd name="connsiteX216" fmla="*/ 2236905 w 11269336"/>
              <a:gd name="connsiteY216" fmla="*/ 2062882 h 2323145"/>
              <a:gd name="connsiteX217" fmla="*/ 2225830 w 11269336"/>
              <a:gd name="connsiteY217" fmla="*/ 2074027 h 2323145"/>
              <a:gd name="connsiteX218" fmla="*/ 2073776 w 11269336"/>
              <a:gd name="connsiteY218" fmla="*/ 2089244 h 2323145"/>
              <a:gd name="connsiteX219" fmla="*/ 1948256 w 11269336"/>
              <a:gd name="connsiteY219" fmla="*/ 2146616 h 2323145"/>
              <a:gd name="connsiteX220" fmla="*/ 1865582 w 11269336"/>
              <a:gd name="connsiteY220" fmla="*/ 2153738 h 2323145"/>
              <a:gd name="connsiteX221" fmla="*/ 1835210 w 11269336"/>
              <a:gd name="connsiteY221" fmla="*/ 2134244 h 2323145"/>
              <a:gd name="connsiteX222" fmla="*/ 1632661 w 11269336"/>
              <a:gd name="connsiteY222" fmla="*/ 2173882 h 2323145"/>
              <a:gd name="connsiteX223" fmla="*/ 1579590 w 11269336"/>
              <a:gd name="connsiteY223" fmla="*/ 2173680 h 2323145"/>
              <a:gd name="connsiteX224" fmla="*/ 1535601 w 11269336"/>
              <a:gd name="connsiteY224" fmla="*/ 2194590 h 2323145"/>
              <a:gd name="connsiteX225" fmla="*/ 1515594 w 11269336"/>
              <a:gd name="connsiteY225" fmla="*/ 2189622 h 2323145"/>
              <a:gd name="connsiteX226" fmla="*/ 1512113 w 11269336"/>
              <a:gd name="connsiteY226" fmla="*/ 2188534 h 2323145"/>
              <a:gd name="connsiteX227" fmla="*/ 1498838 w 11269336"/>
              <a:gd name="connsiteY227" fmla="*/ 2189213 h 2323145"/>
              <a:gd name="connsiteX228" fmla="*/ 1494279 w 11269336"/>
              <a:gd name="connsiteY228" fmla="*/ 2183112 h 2323145"/>
              <a:gd name="connsiteX229" fmla="*/ 1473714 w 11269336"/>
              <a:gd name="connsiteY229" fmla="*/ 2179625 h 2323145"/>
              <a:gd name="connsiteX230" fmla="*/ 1449503 w 11269336"/>
              <a:gd name="connsiteY230" fmla="*/ 2182633 h 2323145"/>
              <a:gd name="connsiteX231" fmla="*/ 1266687 w 11269336"/>
              <a:gd name="connsiteY231" fmla="*/ 2212688 h 2323145"/>
              <a:gd name="connsiteX232" fmla="*/ 1239614 w 11269336"/>
              <a:gd name="connsiteY232" fmla="*/ 2209727 h 2323145"/>
              <a:gd name="connsiteX233" fmla="*/ 1202436 w 11269336"/>
              <a:gd name="connsiteY233" fmla="*/ 2209817 h 2323145"/>
              <a:gd name="connsiteX234" fmla="*/ 1136097 w 11269336"/>
              <a:gd name="connsiteY234" fmla="*/ 2205112 h 2323145"/>
              <a:gd name="connsiteX235" fmla="*/ 988232 w 11269336"/>
              <a:gd name="connsiteY235" fmla="*/ 2235635 h 2323145"/>
              <a:gd name="connsiteX236" fmla="*/ 981959 w 11269336"/>
              <a:gd name="connsiteY236" fmla="*/ 2231607 h 2323145"/>
              <a:gd name="connsiteX237" fmla="*/ 938600 w 11269336"/>
              <a:gd name="connsiteY237" fmla="*/ 2238113 h 2323145"/>
              <a:gd name="connsiteX238" fmla="*/ 791788 w 11269336"/>
              <a:gd name="connsiteY238" fmla="*/ 2293224 h 2323145"/>
              <a:gd name="connsiteX239" fmla="*/ 706914 w 11269336"/>
              <a:gd name="connsiteY239" fmla="*/ 2305046 h 2323145"/>
              <a:gd name="connsiteX240" fmla="*/ 675971 w 11269336"/>
              <a:gd name="connsiteY240" fmla="*/ 2304030 h 2323145"/>
              <a:gd name="connsiteX241" fmla="*/ 624180 w 11269336"/>
              <a:gd name="connsiteY241" fmla="*/ 2302650 h 2323145"/>
              <a:gd name="connsiteX242" fmla="*/ 583453 w 11269336"/>
              <a:gd name="connsiteY242" fmla="*/ 2288788 h 2323145"/>
              <a:gd name="connsiteX243" fmla="*/ 540946 w 11269336"/>
              <a:gd name="connsiteY243" fmla="*/ 2292721 h 2323145"/>
              <a:gd name="connsiteX244" fmla="*/ 533680 w 11269336"/>
              <a:gd name="connsiteY244" fmla="*/ 2310233 h 2323145"/>
              <a:gd name="connsiteX245" fmla="*/ 487366 w 11269336"/>
              <a:gd name="connsiteY245" fmla="*/ 2309053 h 2323145"/>
              <a:gd name="connsiteX246" fmla="*/ 416820 w 11269336"/>
              <a:gd name="connsiteY246" fmla="*/ 2305443 h 2323145"/>
              <a:gd name="connsiteX247" fmla="*/ 376805 w 11269336"/>
              <a:gd name="connsiteY247" fmla="*/ 2307647 h 2323145"/>
              <a:gd name="connsiteX248" fmla="*/ 266777 w 11269336"/>
              <a:gd name="connsiteY248" fmla="*/ 2309012 h 2323145"/>
              <a:gd name="connsiteX249" fmla="*/ 156013 w 11269336"/>
              <a:gd name="connsiteY249" fmla="*/ 2306832 h 2323145"/>
              <a:gd name="connsiteX250" fmla="*/ 87258 w 11269336"/>
              <a:gd name="connsiteY250" fmla="*/ 2285511 h 2323145"/>
              <a:gd name="connsiteX251" fmla="*/ 23798 w 11269336"/>
              <a:gd name="connsiteY251" fmla="*/ 2281822 h 2323145"/>
              <a:gd name="connsiteX252" fmla="*/ 0 w 11269336"/>
              <a:gd name="connsiteY252" fmla="*/ 2285369 h 2323145"/>
              <a:gd name="connsiteX253" fmla="*/ 0 w 11269336"/>
              <a:gd name="connsiteY25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67257 w 11269336"/>
              <a:gd name="connsiteY141" fmla="*/ 2196121 h 2323145"/>
              <a:gd name="connsiteX142" fmla="*/ 4405765 w 11269336"/>
              <a:gd name="connsiteY142" fmla="*/ 2199902 h 2323145"/>
              <a:gd name="connsiteX143" fmla="*/ 4401354 w 11269336"/>
              <a:gd name="connsiteY143" fmla="*/ 2194745 h 2323145"/>
              <a:gd name="connsiteX144" fmla="*/ 4366646 w 11269336"/>
              <a:gd name="connsiteY144" fmla="*/ 2198564 h 2323145"/>
              <a:gd name="connsiteX145" fmla="*/ 4354009 w 11269336"/>
              <a:gd name="connsiteY145" fmla="*/ 2204984 h 2323145"/>
              <a:gd name="connsiteX146" fmla="*/ 4348284 w 11269336"/>
              <a:gd name="connsiteY146" fmla="*/ 2205270 h 2323145"/>
              <a:gd name="connsiteX147" fmla="*/ 4333906 w 11269336"/>
              <a:gd name="connsiteY147" fmla="*/ 2205251 h 2323145"/>
              <a:gd name="connsiteX148" fmla="*/ 4308819 w 11269336"/>
              <a:gd name="connsiteY148" fmla="*/ 2203822 h 2323145"/>
              <a:gd name="connsiteX149" fmla="*/ 4301210 w 11269336"/>
              <a:gd name="connsiteY149" fmla="*/ 2204456 h 2323145"/>
              <a:gd name="connsiteX150" fmla="*/ 4283095 w 11269336"/>
              <a:gd name="connsiteY150" fmla="*/ 2198177 h 2323145"/>
              <a:gd name="connsiteX151" fmla="*/ 4250119 w 11269336"/>
              <a:gd name="connsiteY151" fmla="*/ 2196342 h 2323145"/>
              <a:gd name="connsiteX152" fmla="*/ 4189203 w 11269336"/>
              <a:gd name="connsiteY152" fmla="*/ 2178994 h 2323145"/>
              <a:gd name="connsiteX153" fmla="*/ 4154035 w 11269336"/>
              <a:gd name="connsiteY153" fmla="*/ 2171950 h 2323145"/>
              <a:gd name="connsiteX154" fmla="*/ 4129569 w 11269336"/>
              <a:gd name="connsiteY154" fmla="*/ 2163850 h 2323145"/>
              <a:gd name="connsiteX155" fmla="*/ 4061250 w 11269336"/>
              <a:gd name="connsiteY155" fmla="*/ 2159236 h 2323145"/>
              <a:gd name="connsiteX156" fmla="*/ 3945480 w 11269336"/>
              <a:gd name="connsiteY156" fmla="*/ 2158279 h 2323145"/>
              <a:gd name="connsiteX157" fmla="*/ 3921468 w 11269336"/>
              <a:gd name="connsiteY157" fmla="*/ 2156588 h 2323145"/>
              <a:gd name="connsiteX158" fmla="*/ 3903348 w 11269336"/>
              <a:gd name="connsiteY158" fmla="*/ 2149220 h 2323145"/>
              <a:gd name="connsiteX159" fmla="*/ 3901342 w 11269336"/>
              <a:gd name="connsiteY159" fmla="*/ 2142355 h 2323145"/>
              <a:gd name="connsiteX160" fmla="*/ 3888539 w 11269336"/>
              <a:gd name="connsiteY160" fmla="*/ 2140476 h 2323145"/>
              <a:gd name="connsiteX161" fmla="*/ 3885662 w 11269336"/>
              <a:gd name="connsiteY161" fmla="*/ 2138740 h 2323145"/>
              <a:gd name="connsiteX162" fmla="*/ 3868627 w 11269336"/>
              <a:gd name="connsiteY162" fmla="*/ 2130023 h 2323145"/>
              <a:gd name="connsiteX163" fmla="*/ 3819177 w 11269336"/>
              <a:gd name="connsiteY163" fmla="*/ 2142111 h 2323145"/>
              <a:gd name="connsiteX164" fmla="*/ 3769100 w 11269336"/>
              <a:gd name="connsiteY164" fmla="*/ 2131731 h 2323145"/>
              <a:gd name="connsiteX165" fmla="*/ 3562752 w 11269336"/>
              <a:gd name="connsiteY165" fmla="*/ 2131785 h 2323145"/>
              <a:gd name="connsiteX166" fmla="*/ 3541402 w 11269336"/>
              <a:gd name="connsiteY166" fmla="*/ 2106821 h 2323145"/>
              <a:gd name="connsiteX167" fmla="*/ 3365341 w 11269336"/>
              <a:gd name="connsiteY167" fmla="*/ 2077638 h 2323145"/>
              <a:gd name="connsiteX168" fmla="*/ 3170922 w 11269336"/>
              <a:gd name="connsiteY168" fmla="*/ 2115957 h 2323145"/>
              <a:gd name="connsiteX169" fmla="*/ 3156256 w 11269336"/>
              <a:gd name="connsiteY169" fmla="*/ 2124773 h 2323145"/>
              <a:gd name="connsiteX170" fmla="*/ 3140298 w 11269336"/>
              <a:gd name="connsiteY170" fmla="*/ 2129182 h 2323145"/>
              <a:gd name="connsiteX171" fmla="*/ 3138514 w 11269336"/>
              <a:gd name="connsiteY171" fmla="*/ 2128069 h 2323145"/>
              <a:gd name="connsiteX172" fmla="*/ 3120467 w 11269336"/>
              <a:gd name="connsiteY172" fmla="*/ 2128281 h 2323145"/>
              <a:gd name="connsiteX173" fmla="*/ 3116175 w 11269336"/>
              <a:gd name="connsiteY173" fmla="*/ 2131633 h 2323145"/>
              <a:gd name="connsiteX174" fmla="*/ 3103685 w 11269336"/>
              <a:gd name="connsiteY174" fmla="*/ 2132814 h 2323145"/>
              <a:gd name="connsiteX175" fmla="*/ 3078794 w 11269336"/>
              <a:gd name="connsiteY175" fmla="*/ 2137935 h 2323145"/>
              <a:gd name="connsiteX176" fmla="*/ 3074407 w 11269336"/>
              <a:gd name="connsiteY176" fmla="*/ 2136274 h 2323145"/>
              <a:gd name="connsiteX177" fmla="*/ 3037285 w 11269336"/>
              <a:gd name="connsiteY177" fmla="*/ 2139919 h 2323145"/>
              <a:gd name="connsiteX178" fmla="*/ 3036901 w 11269336"/>
              <a:gd name="connsiteY178" fmla="*/ 2138726 h 2323145"/>
              <a:gd name="connsiteX179" fmla="*/ 3026996 w 11269336"/>
              <a:gd name="connsiteY179" fmla="*/ 2134322 h 2323145"/>
              <a:gd name="connsiteX180" fmla="*/ 3007772 w 11269336"/>
              <a:gd name="connsiteY180" fmla="*/ 2128742 h 2323145"/>
              <a:gd name="connsiteX181" fmla="*/ 2965030 w 11269336"/>
              <a:gd name="connsiteY181" fmla="*/ 2100494 h 2323145"/>
              <a:gd name="connsiteX182" fmla="*/ 2926342 w 11269336"/>
              <a:gd name="connsiteY182" fmla="*/ 2104155 h 2323145"/>
              <a:gd name="connsiteX183" fmla="*/ 2918608 w 11269336"/>
              <a:gd name="connsiteY183" fmla="*/ 2104215 h 2323145"/>
              <a:gd name="connsiteX184" fmla="*/ 2918475 w 11269336"/>
              <a:gd name="connsiteY184" fmla="*/ 2103937 h 2323145"/>
              <a:gd name="connsiteX185" fmla="*/ 2910360 w 11269336"/>
              <a:gd name="connsiteY185" fmla="*/ 2103444 h 2323145"/>
              <a:gd name="connsiteX186" fmla="*/ 2904507 w 11269336"/>
              <a:gd name="connsiteY186" fmla="*/ 2104326 h 2323145"/>
              <a:gd name="connsiteX187" fmla="*/ 2889503 w 11269336"/>
              <a:gd name="connsiteY187" fmla="*/ 2104443 h 2323145"/>
              <a:gd name="connsiteX188" fmla="*/ 2884480 w 11269336"/>
              <a:gd name="connsiteY188" fmla="*/ 2102626 h 2323145"/>
              <a:gd name="connsiteX189" fmla="*/ 2882689 w 11269336"/>
              <a:gd name="connsiteY189" fmla="*/ 2099228 h 2323145"/>
              <a:gd name="connsiteX190" fmla="*/ 2881291 w 11269336"/>
              <a:gd name="connsiteY190" fmla="*/ 2099618 h 2323145"/>
              <a:gd name="connsiteX191" fmla="*/ 2853979 w 11269336"/>
              <a:gd name="connsiteY191" fmla="*/ 2090388 h 2323145"/>
              <a:gd name="connsiteX192" fmla="*/ 2791790 w 11269336"/>
              <a:gd name="connsiteY192" fmla="*/ 2080332 h 2323145"/>
              <a:gd name="connsiteX193" fmla="*/ 2755844 w 11269336"/>
              <a:gd name="connsiteY193" fmla="*/ 2078874 h 2323145"/>
              <a:gd name="connsiteX194" fmla="*/ 2657742 w 11269336"/>
              <a:gd name="connsiteY194" fmla="*/ 2070179 h 2323145"/>
              <a:gd name="connsiteX195" fmla="*/ 2559549 w 11269336"/>
              <a:gd name="connsiteY195" fmla="*/ 2057873 h 2323145"/>
              <a:gd name="connsiteX196" fmla="*/ 2512054 w 11269336"/>
              <a:gd name="connsiteY196" fmla="*/ 2031671 h 2323145"/>
              <a:gd name="connsiteX197" fmla="*/ 2506437 w 11269336"/>
              <a:gd name="connsiteY197" fmla="*/ 2030918 h 2323145"/>
              <a:gd name="connsiteX198" fmla="*/ 2491752 w 11269336"/>
              <a:gd name="connsiteY198" fmla="*/ 2033906 h 2323145"/>
              <a:gd name="connsiteX199" fmla="*/ 2486338 w 11269336"/>
              <a:gd name="connsiteY199" fmla="*/ 2035862 h 2323145"/>
              <a:gd name="connsiteX200" fmla="*/ 2478186 w 11269336"/>
              <a:gd name="connsiteY200" fmla="*/ 2036953 h 2323145"/>
              <a:gd name="connsiteX201" fmla="*/ 2477950 w 11269336"/>
              <a:gd name="connsiteY201" fmla="*/ 2036715 h 2323145"/>
              <a:gd name="connsiteX202" fmla="*/ 2470381 w 11269336"/>
              <a:gd name="connsiteY202" fmla="*/ 2038256 h 2323145"/>
              <a:gd name="connsiteX203" fmla="*/ 2433781 w 11269336"/>
              <a:gd name="connsiteY203" fmla="*/ 2049140 h 2323145"/>
              <a:gd name="connsiteX204" fmla="*/ 2381172 w 11269336"/>
              <a:gd name="connsiteY204" fmla="*/ 2030645 h 2323145"/>
              <a:gd name="connsiteX205" fmla="*/ 2360198 w 11269336"/>
              <a:gd name="connsiteY205" fmla="*/ 2029059 h 2323145"/>
              <a:gd name="connsiteX206" fmla="*/ 2348815 w 11269336"/>
              <a:gd name="connsiteY206" fmla="*/ 2026798 h 2323145"/>
              <a:gd name="connsiteX207" fmla="*/ 2347988 w 11269336"/>
              <a:gd name="connsiteY207" fmla="*/ 2025745 h 2323145"/>
              <a:gd name="connsiteX208" fmla="*/ 2312920 w 11269336"/>
              <a:gd name="connsiteY208" fmla="*/ 2036311 h 2323145"/>
              <a:gd name="connsiteX209" fmla="*/ 2307986 w 11269336"/>
              <a:gd name="connsiteY209" fmla="*/ 2035583 h 2323145"/>
              <a:gd name="connsiteX210" fmla="*/ 2285481 w 11269336"/>
              <a:gd name="connsiteY210" fmla="*/ 2045197 h 2323145"/>
              <a:gd name="connsiteX211" fmla="*/ 2273666 w 11269336"/>
              <a:gd name="connsiteY211" fmla="*/ 2048710 h 2323145"/>
              <a:gd name="connsiteX212" fmla="*/ 2270719 w 11269336"/>
              <a:gd name="connsiteY212" fmla="*/ 2052702 h 2323145"/>
              <a:gd name="connsiteX213" fmla="*/ 2253080 w 11269336"/>
              <a:gd name="connsiteY213" fmla="*/ 2056363 h 2323145"/>
              <a:gd name="connsiteX214" fmla="*/ 2250906 w 11269336"/>
              <a:gd name="connsiteY214" fmla="*/ 2055654 h 2323145"/>
              <a:gd name="connsiteX215" fmla="*/ 2236905 w 11269336"/>
              <a:gd name="connsiteY215" fmla="*/ 2062882 h 2323145"/>
              <a:gd name="connsiteX216" fmla="*/ 2225830 w 11269336"/>
              <a:gd name="connsiteY216" fmla="*/ 2074027 h 2323145"/>
              <a:gd name="connsiteX217" fmla="*/ 2073776 w 11269336"/>
              <a:gd name="connsiteY217" fmla="*/ 2089244 h 2323145"/>
              <a:gd name="connsiteX218" fmla="*/ 1948256 w 11269336"/>
              <a:gd name="connsiteY218" fmla="*/ 2146616 h 2323145"/>
              <a:gd name="connsiteX219" fmla="*/ 1865582 w 11269336"/>
              <a:gd name="connsiteY219" fmla="*/ 2153738 h 2323145"/>
              <a:gd name="connsiteX220" fmla="*/ 1835210 w 11269336"/>
              <a:gd name="connsiteY220" fmla="*/ 2134244 h 2323145"/>
              <a:gd name="connsiteX221" fmla="*/ 1632661 w 11269336"/>
              <a:gd name="connsiteY221" fmla="*/ 2173882 h 2323145"/>
              <a:gd name="connsiteX222" fmla="*/ 1579590 w 11269336"/>
              <a:gd name="connsiteY222" fmla="*/ 2173680 h 2323145"/>
              <a:gd name="connsiteX223" fmla="*/ 1535601 w 11269336"/>
              <a:gd name="connsiteY223" fmla="*/ 2194590 h 2323145"/>
              <a:gd name="connsiteX224" fmla="*/ 1515594 w 11269336"/>
              <a:gd name="connsiteY224" fmla="*/ 2189622 h 2323145"/>
              <a:gd name="connsiteX225" fmla="*/ 1512113 w 11269336"/>
              <a:gd name="connsiteY225" fmla="*/ 2188534 h 2323145"/>
              <a:gd name="connsiteX226" fmla="*/ 1498838 w 11269336"/>
              <a:gd name="connsiteY226" fmla="*/ 2189213 h 2323145"/>
              <a:gd name="connsiteX227" fmla="*/ 1494279 w 11269336"/>
              <a:gd name="connsiteY227" fmla="*/ 2183112 h 2323145"/>
              <a:gd name="connsiteX228" fmla="*/ 1473714 w 11269336"/>
              <a:gd name="connsiteY228" fmla="*/ 2179625 h 2323145"/>
              <a:gd name="connsiteX229" fmla="*/ 1449503 w 11269336"/>
              <a:gd name="connsiteY229" fmla="*/ 2182633 h 2323145"/>
              <a:gd name="connsiteX230" fmla="*/ 1266687 w 11269336"/>
              <a:gd name="connsiteY230" fmla="*/ 2212688 h 2323145"/>
              <a:gd name="connsiteX231" fmla="*/ 1239614 w 11269336"/>
              <a:gd name="connsiteY231" fmla="*/ 2209727 h 2323145"/>
              <a:gd name="connsiteX232" fmla="*/ 1202436 w 11269336"/>
              <a:gd name="connsiteY232" fmla="*/ 2209817 h 2323145"/>
              <a:gd name="connsiteX233" fmla="*/ 1136097 w 11269336"/>
              <a:gd name="connsiteY233" fmla="*/ 2205112 h 2323145"/>
              <a:gd name="connsiteX234" fmla="*/ 988232 w 11269336"/>
              <a:gd name="connsiteY234" fmla="*/ 2235635 h 2323145"/>
              <a:gd name="connsiteX235" fmla="*/ 981959 w 11269336"/>
              <a:gd name="connsiteY235" fmla="*/ 2231607 h 2323145"/>
              <a:gd name="connsiteX236" fmla="*/ 938600 w 11269336"/>
              <a:gd name="connsiteY236" fmla="*/ 2238113 h 2323145"/>
              <a:gd name="connsiteX237" fmla="*/ 791788 w 11269336"/>
              <a:gd name="connsiteY237" fmla="*/ 2293224 h 2323145"/>
              <a:gd name="connsiteX238" fmla="*/ 706914 w 11269336"/>
              <a:gd name="connsiteY238" fmla="*/ 2305046 h 2323145"/>
              <a:gd name="connsiteX239" fmla="*/ 675971 w 11269336"/>
              <a:gd name="connsiteY239" fmla="*/ 2304030 h 2323145"/>
              <a:gd name="connsiteX240" fmla="*/ 624180 w 11269336"/>
              <a:gd name="connsiteY240" fmla="*/ 2302650 h 2323145"/>
              <a:gd name="connsiteX241" fmla="*/ 583453 w 11269336"/>
              <a:gd name="connsiteY241" fmla="*/ 2288788 h 2323145"/>
              <a:gd name="connsiteX242" fmla="*/ 540946 w 11269336"/>
              <a:gd name="connsiteY242" fmla="*/ 2292721 h 2323145"/>
              <a:gd name="connsiteX243" fmla="*/ 533680 w 11269336"/>
              <a:gd name="connsiteY243" fmla="*/ 2310233 h 2323145"/>
              <a:gd name="connsiteX244" fmla="*/ 487366 w 11269336"/>
              <a:gd name="connsiteY244" fmla="*/ 2309053 h 2323145"/>
              <a:gd name="connsiteX245" fmla="*/ 416820 w 11269336"/>
              <a:gd name="connsiteY245" fmla="*/ 2305443 h 2323145"/>
              <a:gd name="connsiteX246" fmla="*/ 376805 w 11269336"/>
              <a:gd name="connsiteY246" fmla="*/ 2307647 h 2323145"/>
              <a:gd name="connsiteX247" fmla="*/ 266777 w 11269336"/>
              <a:gd name="connsiteY247" fmla="*/ 2309012 h 2323145"/>
              <a:gd name="connsiteX248" fmla="*/ 156013 w 11269336"/>
              <a:gd name="connsiteY248" fmla="*/ 2306832 h 2323145"/>
              <a:gd name="connsiteX249" fmla="*/ 87258 w 11269336"/>
              <a:gd name="connsiteY249" fmla="*/ 2285511 h 2323145"/>
              <a:gd name="connsiteX250" fmla="*/ 23798 w 11269336"/>
              <a:gd name="connsiteY250" fmla="*/ 2281822 h 2323145"/>
              <a:gd name="connsiteX251" fmla="*/ 0 w 11269336"/>
              <a:gd name="connsiteY251" fmla="*/ 2285369 h 2323145"/>
              <a:gd name="connsiteX252" fmla="*/ 0 w 11269336"/>
              <a:gd name="connsiteY25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05765 w 11269336"/>
              <a:gd name="connsiteY141" fmla="*/ 2199902 h 2323145"/>
              <a:gd name="connsiteX142" fmla="*/ 4401354 w 11269336"/>
              <a:gd name="connsiteY142" fmla="*/ 2194745 h 2323145"/>
              <a:gd name="connsiteX143" fmla="*/ 4366646 w 11269336"/>
              <a:gd name="connsiteY143" fmla="*/ 2198564 h 2323145"/>
              <a:gd name="connsiteX144" fmla="*/ 4354009 w 11269336"/>
              <a:gd name="connsiteY144" fmla="*/ 2204984 h 2323145"/>
              <a:gd name="connsiteX145" fmla="*/ 4348284 w 11269336"/>
              <a:gd name="connsiteY145" fmla="*/ 2205270 h 2323145"/>
              <a:gd name="connsiteX146" fmla="*/ 4333906 w 11269336"/>
              <a:gd name="connsiteY146" fmla="*/ 2205251 h 2323145"/>
              <a:gd name="connsiteX147" fmla="*/ 4308819 w 11269336"/>
              <a:gd name="connsiteY147" fmla="*/ 2203822 h 2323145"/>
              <a:gd name="connsiteX148" fmla="*/ 4301210 w 11269336"/>
              <a:gd name="connsiteY148" fmla="*/ 2204456 h 2323145"/>
              <a:gd name="connsiteX149" fmla="*/ 4283095 w 11269336"/>
              <a:gd name="connsiteY149" fmla="*/ 2198177 h 2323145"/>
              <a:gd name="connsiteX150" fmla="*/ 4250119 w 11269336"/>
              <a:gd name="connsiteY150" fmla="*/ 2196342 h 2323145"/>
              <a:gd name="connsiteX151" fmla="*/ 4189203 w 11269336"/>
              <a:gd name="connsiteY151" fmla="*/ 2178994 h 2323145"/>
              <a:gd name="connsiteX152" fmla="*/ 4154035 w 11269336"/>
              <a:gd name="connsiteY152" fmla="*/ 2171950 h 2323145"/>
              <a:gd name="connsiteX153" fmla="*/ 4129569 w 11269336"/>
              <a:gd name="connsiteY153" fmla="*/ 2163850 h 2323145"/>
              <a:gd name="connsiteX154" fmla="*/ 4061250 w 11269336"/>
              <a:gd name="connsiteY154" fmla="*/ 2159236 h 2323145"/>
              <a:gd name="connsiteX155" fmla="*/ 3945480 w 11269336"/>
              <a:gd name="connsiteY155" fmla="*/ 2158279 h 2323145"/>
              <a:gd name="connsiteX156" fmla="*/ 3921468 w 11269336"/>
              <a:gd name="connsiteY156" fmla="*/ 2156588 h 2323145"/>
              <a:gd name="connsiteX157" fmla="*/ 3903348 w 11269336"/>
              <a:gd name="connsiteY157" fmla="*/ 2149220 h 2323145"/>
              <a:gd name="connsiteX158" fmla="*/ 3901342 w 11269336"/>
              <a:gd name="connsiteY158" fmla="*/ 2142355 h 2323145"/>
              <a:gd name="connsiteX159" fmla="*/ 3888539 w 11269336"/>
              <a:gd name="connsiteY159" fmla="*/ 2140476 h 2323145"/>
              <a:gd name="connsiteX160" fmla="*/ 3885662 w 11269336"/>
              <a:gd name="connsiteY160" fmla="*/ 2138740 h 2323145"/>
              <a:gd name="connsiteX161" fmla="*/ 3868627 w 11269336"/>
              <a:gd name="connsiteY161" fmla="*/ 2130023 h 2323145"/>
              <a:gd name="connsiteX162" fmla="*/ 3819177 w 11269336"/>
              <a:gd name="connsiteY162" fmla="*/ 2142111 h 2323145"/>
              <a:gd name="connsiteX163" fmla="*/ 3769100 w 11269336"/>
              <a:gd name="connsiteY163" fmla="*/ 2131731 h 2323145"/>
              <a:gd name="connsiteX164" fmla="*/ 3562752 w 11269336"/>
              <a:gd name="connsiteY164" fmla="*/ 2131785 h 2323145"/>
              <a:gd name="connsiteX165" fmla="*/ 3541402 w 11269336"/>
              <a:gd name="connsiteY165" fmla="*/ 2106821 h 2323145"/>
              <a:gd name="connsiteX166" fmla="*/ 3365341 w 11269336"/>
              <a:gd name="connsiteY166" fmla="*/ 2077638 h 2323145"/>
              <a:gd name="connsiteX167" fmla="*/ 3170922 w 11269336"/>
              <a:gd name="connsiteY167" fmla="*/ 2115957 h 2323145"/>
              <a:gd name="connsiteX168" fmla="*/ 3156256 w 11269336"/>
              <a:gd name="connsiteY168" fmla="*/ 2124773 h 2323145"/>
              <a:gd name="connsiteX169" fmla="*/ 3140298 w 11269336"/>
              <a:gd name="connsiteY169" fmla="*/ 2129182 h 2323145"/>
              <a:gd name="connsiteX170" fmla="*/ 3138514 w 11269336"/>
              <a:gd name="connsiteY170" fmla="*/ 2128069 h 2323145"/>
              <a:gd name="connsiteX171" fmla="*/ 3120467 w 11269336"/>
              <a:gd name="connsiteY171" fmla="*/ 2128281 h 2323145"/>
              <a:gd name="connsiteX172" fmla="*/ 3116175 w 11269336"/>
              <a:gd name="connsiteY172" fmla="*/ 2131633 h 2323145"/>
              <a:gd name="connsiteX173" fmla="*/ 3103685 w 11269336"/>
              <a:gd name="connsiteY173" fmla="*/ 2132814 h 2323145"/>
              <a:gd name="connsiteX174" fmla="*/ 3078794 w 11269336"/>
              <a:gd name="connsiteY174" fmla="*/ 2137935 h 2323145"/>
              <a:gd name="connsiteX175" fmla="*/ 3074407 w 11269336"/>
              <a:gd name="connsiteY175" fmla="*/ 2136274 h 2323145"/>
              <a:gd name="connsiteX176" fmla="*/ 3037285 w 11269336"/>
              <a:gd name="connsiteY176" fmla="*/ 2139919 h 2323145"/>
              <a:gd name="connsiteX177" fmla="*/ 3036901 w 11269336"/>
              <a:gd name="connsiteY177" fmla="*/ 2138726 h 2323145"/>
              <a:gd name="connsiteX178" fmla="*/ 3026996 w 11269336"/>
              <a:gd name="connsiteY178" fmla="*/ 2134322 h 2323145"/>
              <a:gd name="connsiteX179" fmla="*/ 3007772 w 11269336"/>
              <a:gd name="connsiteY179" fmla="*/ 2128742 h 2323145"/>
              <a:gd name="connsiteX180" fmla="*/ 2965030 w 11269336"/>
              <a:gd name="connsiteY180" fmla="*/ 2100494 h 2323145"/>
              <a:gd name="connsiteX181" fmla="*/ 2926342 w 11269336"/>
              <a:gd name="connsiteY181" fmla="*/ 2104155 h 2323145"/>
              <a:gd name="connsiteX182" fmla="*/ 2918608 w 11269336"/>
              <a:gd name="connsiteY182" fmla="*/ 2104215 h 2323145"/>
              <a:gd name="connsiteX183" fmla="*/ 2918475 w 11269336"/>
              <a:gd name="connsiteY183" fmla="*/ 2103937 h 2323145"/>
              <a:gd name="connsiteX184" fmla="*/ 2910360 w 11269336"/>
              <a:gd name="connsiteY184" fmla="*/ 2103444 h 2323145"/>
              <a:gd name="connsiteX185" fmla="*/ 2904507 w 11269336"/>
              <a:gd name="connsiteY185" fmla="*/ 2104326 h 2323145"/>
              <a:gd name="connsiteX186" fmla="*/ 2889503 w 11269336"/>
              <a:gd name="connsiteY186" fmla="*/ 2104443 h 2323145"/>
              <a:gd name="connsiteX187" fmla="*/ 2884480 w 11269336"/>
              <a:gd name="connsiteY187" fmla="*/ 2102626 h 2323145"/>
              <a:gd name="connsiteX188" fmla="*/ 2882689 w 11269336"/>
              <a:gd name="connsiteY188" fmla="*/ 2099228 h 2323145"/>
              <a:gd name="connsiteX189" fmla="*/ 2881291 w 11269336"/>
              <a:gd name="connsiteY189" fmla="*/ 2099618 h 2323145"/>
              <a:gd name="connsiteX190" fmla="*/ 2853979 w 11269336"/>
              <a:gd name="connsiteY190" fmla="*/ 2090388 h 2323145"/>
              <a:gd name="connsiteX191" fmla="*/ 2791790 w 11269336"/>
              <a:gd name="connsiteY191" fmla="*/ 2080332 h 2323145"/>
              <a:gd name="connsiteX192" fmla="*/ 2755844 w 11269336"/>
              <a:gd name="connsiteY192" fmla="*/ 2078874 h 2323145"/>
              <a:gd name="connsiteX193" fmla="*/ 2657742 w 11269336"/>
              <a:gd name="connsiteY193" fmla="*/ 2070179 h 2323145"/>
              <a:gd name="connsiteX194" fmla="*/ 2559549 w 11269336"/>
              <a:gd name="connsiteY194" fmla="*/ 2057873 h 2323145"/>
              <a:gd name="connsiteX195" fmla="*/ 2512054 w 11269336"/>
              <a:gd name="connsiteY195" fmla="*/ 2031671 h 2323145"/>
              <a:gd name="connsiteX196" fmla="*/ 2506437 w 11269336"/>
              <a:gd name="connsiteY196" fmla="*/ 2030918 h 2323145"/>
              <a:gd name="connsiteX197" fmla="*/ 2491752 w 11269336"/>
              <a:gd name="connsiteY197" fmla="*/ 2033906 h 2323145"/>
              <a:gd name="connsiteX198" fmla="*/ 2486338 w 11269336"/>
              <a:gd name="connsiteY198" fmla="*/ 2035862 h 2323145"/>
              <a:gd name="connsiteX199" fmla="*/ 2478186 w 11269336"/>
              <a:gd name="connsiteY199" fmla="*/ 2036953 h 2323145"/>
              <a:gd name="connsiteX200" fmla="*/ 2477950 w 11269336"/>
              <a:gd name="connsiteY200" fmla="*/ 2036715 h 2323145"/>
              <a:gd name="connsiteX201" fmla="*/ 2470381 w 11269336"/>
              <a:gd name="connsiteY201" fmla="*/ 2038256 h 2323145"/>
              <a:gd name="connsiteX202" fmla="*/ 2433781 w 11269336"/>
              <a:gd name="connsiteY202" fmla="*/ 2049140 h 2323145"/>
              <a:gd name="connsiteX203" fmla="*/ 2381172 w 11269336"/>
              <a:gd name="connsiteY203" fmla="*/ 2030645 h 2323145"/>
              <a:gd name="connsiteX204" fmla="*/ 2360198 w 11269336"/>
              <a:gd name="connsiteY204" fmla="*/ 2029059 h 2323145"/>
              <a:gd name="connsiteX205" fmla="*/ 2348815 w 11269336"/>
              <a:gd name="connsiteY205" fmla="*/ 2026798 h 2323145"/>
              <a:gd name="connsiteX206" fmla="*/ 2347988 w 11269336"/>
              <a:gd name="connsiteY206" fmla="*/ 2025745 h 2323145"/>
              <a:gd name="connsiteX207" fmla="*/ 2312920 w 11269336"/>
              <a:gd name="connsiteY207" fmla="*/ 2036311 h 2323145"/>
              <a:gd name="connsiteX208" fmla="*/ 2307986 w 11269336"/>
              <a:gd name="connsiteY208" fmla="*/ 2035583 h 2323145"/>
              <a:gd name="connsiteX209" fmla="*/ 2285481 w 11269336"/>
              <a:gd name="connsiteY209" fmla="*/ 2045197 h 2323145"/>
              <a:gd name="connsiteX210" fmla="*/ 2273666 w 11269336"/>
              <a:gd name="connsiteY210" fmla="*/ 2048710 h 2323145"/>
              <a:gd name="connsiteX211" fmla="*/ 2270719 w 11269336"/>
              <a:gd name="connsiteY211" fmla="*/ 2052702 h 2323145"/>
              <a:gd name="connsiteX212" fmla="*/ 2253080 w 11269336"/>
              <a:gd name="connsiteY212" fmla="*/ 2056363 h 2323145"/>
              <a:gd name="connsiteX213" fmla="*/ 2250906 w 11269336"/>
              <a:gd name="connsiteY213" fmla="*/ 2055654 h 2323145"/>
              <a:gd name="connsiteX214" fmla="*/ 2236905 w 11269336"/>
              <a:gd name="connsiteY214" fmla="*/ 2062882 h 2323145"/>
              <a:gd name="connsiteX215" fmla="*/ 2225830 w 11269336"/>
              <a:gd name="connsiteY215" fmla="*/ 2074027 h 2323145"/>
              <a:gd name="connsiteX216" fmla="*/ 2073776 w 11269336"/>
              <a:gd name="connsiteY216" fmla="*/ 2089244 h 2323145"/>
              <a:gd name="connsiteX217" fmla="*/ 1948256 w 11269336"/>
              <a:gd name="connsiteY217" fmla="*/ 2146616 h 2323145"/>
              <a:gd name="connsiteX218" fmla="*/ 1865582 w 11269336"/>
              <a:gd name="connsiteY218" fmla="*/ 2153738 h 2323145"/>
              <a:gd name="connsiteX219" fmla="*/ 1835210 w 11269336"/>
              <a:gd name="connsiteY219" fmla="*/ 2134244 h 2323145"/>
              <a:gd name="connsiteX220" fmla="*/ 1632661 w 11269336"/>
              <a:gd name="connsiteY220" fmla="*/ 2173882 h 2323145"/>
              <a:gd name="connsiteX221" fmla="*/ 1579590 w 11269336"/>
              <a:gd name="connsiteY221" fmla="*/ 2173680 h 2323145"/>
              <a:gd name="connsiteX222" fmla="*/ 1535601 w 11269336"/>
              <a:gd name="connsiteY222" fmla="*/ 2194590 h 2323145"/>
              <a:gd name="connsiteX223" fmla="*/ 1515594 w 11269336"/>
              <a:gd name="connsiteY223" fmla="*/ 2189622 h 2323145"/>
              <a:gd name="connsiteX224" fmla="*/ 1512113 w 11269336"/>
              <a:gd name="connsiteY224" fmla="*/ 2188534 h 2323145"/>
              <a:gd name="connsiteX225" fmla="*/ 1498838 w 11269336"/>
              <a:gd name="connsiteY225" fmla="*/ 2189213 h 2323145"/>
              <a:gd name="connsiteX226" fmla="*/ 1494279 w 11269336"/>
              <a:gd name="connsiteY226" fmla="*/ 2183112 h 2323145"/>
              <a:gd name="connsiteX227" fmla="*/ 1473714 w 11269336"/>
              <a:gd name="connsiteY227" fmla="*/ 2179625 h 2323145"/>
              <a:gd name="connsiteX228" fmla="*/ 1449503 w 11269336"/>
              <a:gd name="connsiteY228" fmla="*/ 2182633 h 2323145"/>
              <a:gd name="connsiteX229" fmla="*/ 1266687 w 11269336"/>
              <a:gd name="connsiteY229" fmla="*/ 2212688 h 2323145"/>
              <a:gd name="connsiteX230" fmla="*/ 1239614 w 11269336"/>
              <a:gd name="connsiteY230" fmla="*/ 2209727 h 2323145"/>
              <a:gd name="connsiteX231" fmla="*/ 1202436 w 11269336"/>
              <a:gd name="connsiteY231" fmla="*/ 2209817 h 2323145"/>
              <a:gd name="connsiteX232" fmla="*/ 1136097 w 11269336"/>
              <a:gd name="connsiteY232" fmla="*/ 2205112 h 2323145"/>
              <a:gd name="connsiteX233" fmla="*/ 988232 w 11269336"/>
              <a:gd name="connsiteY233" fmla="*/ 2235635 h 2323145"/>
              <a:gd name="connsiteX234" fmla="*/ 981959 w 11269336"/>
              <a:gd name="connsiteY234" fmla="*/ 2231607 h 2323145"/>
              <a:gd name="connsiteX235" fmla="*/ 938600 w 11269336"/>
              <a:gd name="connsiteY235" fmla="*/ 2238113 h 2323145"/>
              <a:gd name="connsiteX236" fmla="*/ 791788 w 11269336"/>
              <a:gd name="connsiteY236" fmla="*/ 2293224 h 2323145"/>
              <a:gd name="connsiteX237" fmla="*/ 706914 w 11269336"/>
              <a:gd name="connsiteY237" fmla="*/ 2305046 h 2323145"/>
              <a:gd name="connsiteX238" fmla="*/ 675971 w 11269336"/>
              <a:gd name="connsiteY238" fmla="*/ 2304030 h 2323145"/>
              <a:gd name="connsiteX239" fmla="*/ 624180 w 11269336"/>
              <a:gd name="connsiteY239" fmla="*/ 2302650 h 2323145"/>
              <a:gd name="connsiteX240" fmla="*/ 583453 w 11269336"/>
              <a:gd name="connsiteY240" fmla="*/ 2288788 h 2323145"/>
              <a:gd name="connsiteX241" fmla="*/ 540946 w 11269336"/>
              <a:gd name="connsiteY241" fmla="*/ 2292721 h 2323145"/>
              <a:gd name="connsiteX242" fmla="*/ 533680 w 11269336"/>
              <a:gd name="connsiteY242" fmla="*/ 2310233 h 2323145"/>
              <a:gd name="connsiteX243" fmla="*/ 487366 w 11269336"/>
              <a:gd name="connsiteY243" fmla="*/ 2309053 h 2323145"/>
              <a:gd name="connsiteX244" fmla="*/ 416820 w 11269336"/>
              <a:gd name="connsiteY244" fmla="*/ 2305443 h 2323145"/>
              <a:gd name="connsiteX245" fmla="*/ 376805 w 11269336"/>
              <a:gd name="connsiteY245" fmla="*/ 2307647 h 2323145"/>
              <a:gd name="connsiteX246" fmla="*/ 266777 w 11269336"/>
              <a:gd name="connsiteY246" fmla="*/ 2309012 h 2323145"/>
              <a:gd name="connsiteX247" fmla="*/ 156013 w 11269336"/>
              <a:gd name="connsiteY247" fmla="*/ 2306832 h 2323145"/>
              <a:gd name="connsiteX248" fmla="*/ 87258 w 11269336"/>
              <a:gd name="connsiteY248" fmla="*/ 2285511 h 2323145"/>
              <a:gd name="connsiteX249" fmla="*/ 23798 w 11269336"/>
              <a:gd name="connsiteY249" fmla="*/ 2281822 h 2323145"/>
              <a:gd name="connsiteX250" fmla="*/ 0 w 11269336"/>
              <a:gd name="connsiteY250" fmla="*/ 2285369 h 2323145"/>
              <a:gd name="connsiteX251" fmla="*/ 0 w 11269336"/>
              <a:gd name="connsiteY251" fmla="*/ 0 h 2323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</a:cxnLst>
            <a:rect l="l" t="t" r="r" b="b"/>
            <a:pathLst>
              <a:path w="11269336" h="2323145">
                <a:moveTo>
                  <a:pt x="0" y="0"/>
                </a:moveTo>
                <a:lnTo>
                  <a:pt x="11269336" y="0"/>
                </a:lnTo>
                <a:lnTo>
                  <a:pt x="11268645" y="511"/>
                </a:lnTo>
                <a:cubicBezTo>
                  <a:pt x="11257520" y="14091"/>
                  <a:pt x="11248967" y="32073"/>
                  <a:pt x="11230739" y="37096"/>
                </a:cubicBezTo>
                <a:cubicBezTo>
                  <a:pt x="11194283" y="47141"/>
                  <a:pt x="11124351" y="55013"/>
                  <a:pt x="11082485" y="78590"/>
                </a:cubicBezTo>
                <a:cubicBezTo>
                  <a:pt x="11064655" y="69818"/>
                  <a:pt x="11049588" y="97621"/>
                  <a:pt x="11031776" y="79197"/>
                </a:cubicBezTo>
                <a:cubicBezTo>
                  <a:pt x="11016683" y="85023"/>
                  <a:pt x="11009945" y="92832"/>
                  <a:pt x="10995894" y="83459"/>
                </a:cubicBezTo>
                <a:cubicBezTo>
                  <a:pt x="10971843" y="134740"/>
                  <a:pt x="10888992" y="106042"/>
                  <a:pt x="10861177" y="147419"/>
                </a:cubicBezTo>
                <a:cubicBezTo>
                  <a:pt x="10850370" y="129415"/>
                  <a:pt x="10807086" y="138624"/>
                  <a:pt x="10782732" y="135645"/>
                </a:cubicBezTo>
                <a:cubicBezTo>
                  <a:pt x="10869014" y="196205"/>
                  <a:pt x="10693356" y="147304"/>
                  <a:pt x="10660773" y="179312"/>
                </a:cubicBezTo>
                <a:cubicBezTo>
                  <a:pt x="10667385" y="121467"/>
                  <a:pt x="10595265" y="182241"/>
                  <a:pt x="10564442" y="160738"/>
                </a:cubicBezTo>
                <a:cubicBezTo>
                  <a:pt x="10544419" y="190949"/>
                  <a:pt x="10518436" y="167191"/>
                  <a:pt x="10490200" y="183533"/>
                </a:cubicBezTo>
                <a:cubicBezTo>
                  <a:pt x="10423905" y="202688"/>
                  <a:pt x="10362764" y="244779"/>
                  <a:pt x="10271351" y="243104"/>
                </a:cubicBezTo>
                <a:cubicBezTo>
                  <a:pt x="10247818" y="329775"/>
                  <a:pt x="10135674" y="303068"/>
                  <a:pt x="10061033" y="364937"/>
                </a:cubicBezTo>
                <a:cubicBezTo>
                  <a:pt x="10014289" y="383940"/>
                  <a:pt x="9930032" y="360289"/>
                  <a:pt x="9921770" y="406154"/>
                </a:cubicBezTo>
                <a:cubicBezTo>
                  <a:pt x="9894276" y="384665"/>
                  <a:pt x="9881945" y="430851"/>
                  <a:pt x="9858388" y="439489"/>
                </a:cubicBezTo>
                <a:cubicBezTo>
                  <a:pt x="9835642" y="426888"/>
                  <a:pt x="9828901" y="443125"/>
                  <a:pt x="9811914" y="449865"/>
                </a:cubicBezTo>
                <a:cubicBezTo>
                  <a:pt x="9801869" y="441287"/>
                  <a:pt x="9787055" y="444835"/>
                  <a:pt x="9784394" y="457816"/>
                </a:cubicBezTo>
                <a:cubicBezTo>
                  <a:pt x="9797169" y="483924"/>
                  <a:pt x="9656844" y="450179"/>
                  <a:pt x="9656836" y="469967"/>
                </a:cubicBezTo>
                <a:cubicBezTo>
                  <a:pt x="9589537" y="485301"/>
                  <a:pt x="9662097" y="527310"/>
                  <a:pt x="9561575" y="559978"/>
                </a:cubicBezTo>
                <a:cubicBezTo>
                  <a:pt x="9479149" y="599104"/>
                  <a:pt x="9215234" y="670585"/>
                  <a:pt x="9162278" y="704724"/>
                </a:cubicBezTo>
                <a:cubicBezTo>
                  <a:pt x="9173017" y="730567"/>
                  <a:pt x="9063215" y="727685"/>
                  <a:pt x="9062863" y="754656"/>
                </a:cubicBezTo>
                <a:cubicBezTo>
                  <a:pt x="9021608" y="774940"/>
                  <a:pt x="8924639" y="816390"/>
                  <a:pt x="8914746" y="826428"/>
                </a:cubicBezTo>
                <a:lnTo>
                  <a:pt x="8917778" y="835198"/>
                </a:lnTo>
                <a:lnTo>
                  <a:pt x="8905560" y="838358"/>
                </a:lnTo>
                <a:lnTo>
                  <a:pt x="8897564" y="834287"/>
                </a:lnTo>
                <a:lnTo>
                  <a:pt x="8878040" y="844150"/>
                </a:lnTo>
                <a:cubicBezTo>
                  <a:pt x="8861112" y="848992"/>
                  <a:pt x="8812843" y="856499"/>
                  <a:pt x="8795998" y="863337"/>
                </a:cubicBezTo>
                <a:cubicBezTo>
                  <a:pt x="8792888" y="873975"/>
                  <a:pt x="8786153" y="880792"/>
                  <a:pt x="8776970" y="885177"/>
                </a:cubicBezTo>
                <a:lnTo>
                  <a:pt x="8755719" y="889754"/>
                </a:lnTo>
                <a:lnTo>
                  <a:pt x="8743257" y="904723"/>
                </a:lnTo>
                <a:cubicBezTo>
                  <a:pt x="8737642" y="908108"/>
                  <a:pt x="8730651" y="908759"/>
                  <a:pt x="8721366" y="904711"/>
                </a:cubicBezTo>
                <a:cubicBezTo>
                  <a:pt x="8711895" y="915873"/>
                  <a:pt x="8676250" y="900745"/>
                  <a:pt x="8678353" y="926318"/>
                </a:cubicBezTo>
                <a:cubicBezTo>
                  <a:pt x="8658506" y="928813"/>
                  <a:pt x="8647569" y="933735"/>
                  <a:pt x="8636849" y="937900"/>
                </a:cubicBezTo>
                <a:lnTo>
                  <a:pt x="8620213" y="943068"/>
                </a:lnTo>
                <a:lnTo>
                  <a:pt x="8612581" y="952695"/>
                </a:lnTo>
                <a:cubicBezTo>
                  <a:pt x="8605836" y="959769"/>
                  <a:pt x="8598255" y="964412"/>
                  <a:pt x="8589038" y="963892"/>
                </a:cubicBezTo>
                <a:lnTo>
                  <a:pt x="8579950" y="960899"/>
                </a:lnTo>
                <a:cubicBezTo>
                  <a:pt x="8579740" y="962476"/>
                  <a:pt x="8579529" y="964053"/>
                  <a:pt x="8579319" y="965630"/>
                </a:cubicBezTo>
                <a:cubicBezTo>
                  <a:pt x="8579138" y="972972"/>
                  <a:pt x="8576531" y="980010"/>
                  <a:pt x="8547429" y="984506"/>
                </a:cubicBezTo>
                <a:cubicBezTo>
                  <a:pt x="8529238" y="1001725"/>
                  <a:pt x="8505565" y="1015840"/>
                  <a:pt x="8478704" y="1025490"/>
                </a:cubicBezTo>
                <a:cubicBezTo>
                  <a:pt x="8473109" y="1019545"/>
                  <a:pt x="8465819" y="1032194"/>
                  <a:pt x="8461421" y="1035512"/>
                </a:cubicBezTo>
                <a:cubicBezTo>
                  <a:pt x="8459739" y="1031087"/>
                  <a:pt x="8447663" y="1032074"/>
                  <a:pt x="8445003" y="1036851"/>
                </a:cubicBezTo>
                <a:cubicBezTo>
                  <a:pt x="8366593" y="1075951"/>
                  <a:pt x="8398773" y="1021402"/>
                  <a:pt x="8357350" y="1060213"/>
                </a:cubicBezTo>
                <a:cubicBezTo>
                  <a:pt x="8349366" y="1063843"/>
                  <a:pt x="8342208" y="1063367"/>
                  <a:pt x="8335565" y="1061151"/>
                </a:cubicBezTo>
                <a:lnTo>
                  <a:pt x="8325267" y="1055919"/>
                </a:lnTo>
                <a:lnTo>
                  <a:pt x="8293586" y="1076144"/>
                </a:lnTo>
                <a:cubicBezTo>
                  <a:pt x="8277595" y="1084193"/>
                  <a:pt x="8260401" y="1090863"/>
                  <a:pt x="8242405" y="1095960"/>
                </a:cubicBezTo>
                <a:cubicBezTo>
                  <a:pt x="8226373" y="1101227"/>
                  <a:pt x="8224213" y="1102052"/>
                  <a:pt x="8197391" y="1107746"/>
                </a:cubicBezTo>
                <a:cubicBezTo>
                  <a:pt x="8090266" y="1152133"/>
                  <a:pt x="8141491" y="1082372"/>
                  <a:pt x="8081474" y="1130125"/>
                </a:cubicBezTo>
                <a:cubicBezTo>
                  <a:pt x="8070634" y="1134173"/>
                  <a:pt x="8061619" y="1132810"/>
                  <a:pt x="8053585" y="1129169"/>
                </a:cubicBezTo>
                <a:lnTo>
                  <a:pt x="8038422" y="1119092"/>
                </a:lnTo>
                <a:lnTo>
                  <a:pt x="8029450" y="1125592"/>
                </a:lnTo>
                <a:cubicBezTo>
                  <a:pt x="7992226" y="1133484"/>
                  <a:pt x="7978616" y="1122765"/>
                  <a:pt x="7959552" y="1140188"/>
                </a:cubicBezTo>
                <a:cubicBezTo>
                  <a:pt x="7922008" y="1119572"/>
                  <a:pt x="7937737" y="1141786"/>
                  <a:pt x="7914188" y="1150862"/>
                </a:cubicBezTo>
                <a:cubicBezTo>
                  <a:pt x="7896037" y="1160155"/>
                  <a:pt x="7933463" y="1163411"/>
                  <a:pt x="7914918" y="1168758"/>
                </a:cubicBezTo>
                <a:cubicBezTo>
                  <a:pt x="7893102" y="1165887"/>
                  <a:pt x="7898453" y="1187420"/>
                  <a:pt x="7875510" y="1183153"/>
                </a:cubicBezTo>
                <a:cubicBezTo>
                  <a:pt x="7877354" y="1165743"/>
                  <a:pt x="7834286" y="1194789"/>
                  <a:pt x="7829932" y="1180782"/>
                </a:cubicBezTo>
                <a:cubicBezTo>
                  <a:pt x="7816047" y="1204874"/>
                  <a:pt x="7801901" y="1181513"/>
                  <a:pt x="7779182" y="1192665"/>
                </a:cubicBezTo>
                <a:cubicBezTo>
                  <a:pt x="7769446" y="1202686"/>
                  <a:pt x="7761564" y="1205661"/>
                  <a:pt x="7748774" y="1199586"/>
                </a:cubicBezTo>
                <a:cubicBezTo>
                  <a:pt x="7704339" y="1247771"/>
                  <a:pt x="7717626" y="1207638"/>
                  <a:pt x="7671846" y="1231966"/>
                </a:cubicBezTo>
                <a:cubicBezTo>
                  <a:pt x="7632956" y="1255682"/>
                  <a:pt x="7587383" y="1275180"/>
                  <a:pt x="7554146" y="1319748"/>
                </a:cubicBezTo>
                <a:cubicBezTo>
                  <a:pt x="7548775" y="1331557"/>
                  <a:pt x="7531272" y="1339155"/>
                  <a:pt x="7515052" y="1336718"/>
                </a:cubicBezTo>
                <a:cubicBezTo>
                  <a:pt x="7512260" y="1336298"/>
                  <a:pt x="7509613" y="1335590"/>
                  <a:pt x="7507193" y="1334617"/>
                </a:cubicBezTo>
                <a:cubicBezTo>
                  <a:pt x="7488273" y="1365207"/>
                  <a:pt x="7468925" y="1356298"/>
                  <a:pt x="7461694" y="1375866"/>
                </a:cubicBezTo>
                <a:cubicBezTo>
                  <a:pt x="7422434" y="1391917"/>
                  <a:pt x="7384603" y="1382819"/>
                  <a:pt x="7377571" y="1400128"/>
                </a:cubicBezTo>
                <a:cubicBezTo>
                  <a:pt x="7356236" y="1403926"/>
                  <a:pt x="7322509" y="1393138"/>
                  <a:pt x="7311261" y="1412652"/>
                </a:cubicBezTo>
                <a:cubicBezTo>
                  <a:pt x="7305349" y="1400071"/>
                  <a:pt x="7289966" y="1428039"/>
                  <a:pt x="7275307" y="1422171"/>
                </a:cubicBezTo>
                <a:cubicBezTo>
                  <a:pt x="7264529" y="1416601"/>
                  <a:pt x="7257348" y="1423786"/>
                  <a:pt x="7247783" y="1426330"/>
                </a:cubicBezTo>
                <a:cubicBezTo>
                  <a:pt x="7233839" y="1423056"/>
                  <a:pt x="7194363" y="1442037"/>
                  <a:pt x="7185047" y="1451812"/>
                </a:cubicBezTo>
                <a:cubicBezTo>
                  <a:pt x="7164447" y="1483396"/>
                  <a:pt x="7101577" y="1475742"/>
                  <a:pt x="7084117" y="1500281"/>
                </a:cubicBezTo>
                <a:cubicBezTo>
                  <a:pt x="7076899" y="1504821"/>
                  <a:pt x="7069494" y="1507565"/>
                  <a:pt x="7062011" y="1509183"/>
                </a:cubicBezTo>
                <a:lnTo>
                  <a:pt x="7040555" y="1511207"/>
                </a:lnTo>
                <a:lnTo>
                  <a:pt x="7033438" y="1506772"/>
                </a:lnTo>
                <a:lnTo>
                  <a:pt x="7020886" y="1510764"/>
                </a:lnTo>
                <a:lnTo>
                  <a:pt x="7017033" y="1510650"/>
                </a:lnTo>
                <a:lnTo>
                  <a:pt x="6995460" y="1511173"/>
                </a:lnTo>
                <a:cubicBezTo>
                  <a:pt x="7010208" y="1537643"/>
                  <a:pt x="6938512" y="1522467"/>
                  <a:pt x="6962144" y="1541508"/>
                </a:cubicBezTo>
                <a:cubicBezTo>
                  <a:pt x="6926351" y="1550586"/>
                  <a:pt x="6958236" y="1566326"/>
                  <a:pt x="6910674" y="1554793"/>
                </a:cubicBezTo>
                <a:cubicBezTo>
                  <a:pt x="6859225" y="1589274"/>
                  <a:pt x="6769015" y="1598548"/>
                  <a:pt x="6732152" y="1642538"/>
                </a:cubicBezTo>
                <a:cubicBezTo>
                  <a:pt x="6734901" y="1628031"/>
                  <a:pt x="6709146" y="1622413"/>
                  <a:pt x="6694106" y="1632377"/>
                </a:cubicBezTo>
                <a:cubicBezTo>
                  <a:pt x="6702628" y="1575914"/>
                  <a:pt x="6638899" y="1692862"/>
                  <a:pt x="6617223" y="1659889"/>
                </a:cubicBezTo>
                <a:cubicBezTo>
                  <a:pt x="6623246" y="1693349"/>
                  <a:pt x="6561228" y="1764690"/>
                  <a:pt x="6521138" y="1744340"/>
                </a:cubicBezTo>
                <a:cubicBezTo>
                  <a:pt x="6469831" y="1761656"/>
                  <a:pt x="6438109" y="1796731"/>
                  <a:pt x="6380677" y="1796883"/>
                </a:cubicBezTo>
                <a:cubicBezTo>
                  <a:pt x="6379865" y="1801686"/>
                  <a:pt x="6377810" y="1805986"/>
                  <a:pt x="6374897" y="1809910"/>
                </a:cubicBezTo>
                <a:lnTo>
                  <a:pt x="6364545" y="1820090"/>
                </a:lnTo>
                <a:lnTo>
                  <a:pt x="6362126" y="1819991"/>
                </a:lnTo>
                <a:cubicBezTo>
                  <a:pt x="6353055" y="1821720"/>
                  <a:pt x="6348796" y="1824537"/>
                  <a:pt x="6346673" y="1827824"/>
                </a:cubicBezTo>
                <a:lnTo>
                  <a:pt x="6345588" y="1832232"/>
                </a:lnTo>
                <a:lnTo>
                  <a:pt x="6335708" y="1838451"/>
                </a:lnTo>
                <a:lnTo>
                  <a:pt x="6318182" y="1852975"/>
                </a:lnTo>
                <a:lnTo>
                  <a:pt x="6313084" y="1853561"/>
                </a:lnTo>
                <a:lnTo>
                  <a:pt x="6283816" y="1872148"/>
                </a:lnTo>
                <a:lnTo>
                  <a:pt x="6282550" y="1871392"/>
                </a:lnTo>
                <a:cubicBezTo>
                  <a:pt x="6279041" y="1870121"/>
                  <a:pt x="6275192" y="1869982"/>
                  <a:pt x="6270527" y="1872208"/>
                </a:cubicBezTo>
                <a:cubicBezTo>
                  <a:pt x="6265029" y="1853962"/>
                  <a:pt x="6262790" y="1867903"/>
                  <a:pt x="6249518" y="1876079"/>
                </a:cubicBezTo>
                <a:cubicBezTo>
                  <a:pt x="6238019" y="1849564"/>
                  <a:pt x="6207959" y="1881750"/>
                  <a:pt x="6190386" y="1872478"/>
                </a:cubicBezTo>
                <a:cubicBezTo>
                  <a:pt x="6180893" y="1879083"/>
                  <a:pt x="6170646" y="1885584"/>
                  <a:pt x="6159777" y="1891745"/>
                </a:cubicBezTo>
                <a:lnTo>
                  <a:pt x="6153131" y="1895079"/>
                </a:lnTo>
                <a:lnTo>
                  <a:pt x="6152798" y="1894920"/>
                </a:lnTo>
                <a:cubicBezTo>
                  <a:pt x="6150925" y="1895166"/>
                  <a:pt x="6148578" y="1896082"/>
                  <a:pt x="6145388" y="1897990"/>
                </a:cubicBezTo>
                <a:lnTo>
                  <a:pt x="6141014" y="1901155"/>
                </a:lnTo>
                <a:lnTo>
                  <a:pt x="6128122" y="1907623"/>
                </a:lnTo>
                <a:lnTo>
                  <a:pt x="6122351" y="1908359"/>
                </a:lnTo>
                <a:cubicBezTo>
                  <a:pt x="6099508" y="1905910"/>
                  <a:pt x="6088334" y="1869006"/>
                  <a:pt x="6064750" y="1896394"/>
                </a:cubicBezTo>
                <a:cubicBezTo>
                  <a:pt x="6025977" y="1903785"/>
                  <a:pt x="5997095" y="1889190"/>
                  <a:pt x="5964230" y="1910038"/>
                </a:cubicBezTo>
                <a:cubicBezTo>
                  <a:pt x="5927910" y="1916874"/>
                  <a:pt x="5894873" y="1914928"/>
                  <a:pt x="5865399" y="1926966"/>
                </a:cubicBezTo>
                <a:cubicBezTo>
                  <a:pt x="5851644" y="1923038"/>
                  <a:pt x="5839380" y="1922808"/>
                  <a:pt x="5829951" y="1934755"/>
                </a:cubicBezTo>
                <a:cubicBezTo>
                  <a:pt x="5795498" y="1938369"/>
                  <a:pt x="5784532" y="1926246"/>
                  <a:pt x="5765285" y="1941322"/>
                </a:cubicBezTo>
                <a:cubicBezTo>
                  <a:pt x="5741789" y="1922874"/>
                  <a:pt x="5742385" y="1931607"/>
                  <a:pt x="5734750" y="1939793"/>
                </a:cubicBezTo>
                <a:lnTo>
                  <a:pt x="5733569" y="1940505"/>
                </a:lnTo>
                <a:lnTo>
                  <a:pt x="5730329" y="1937845"/>
                </a:lnTo>
                <a:lnTo>
                  <a:pt x="5724661" y="1937455"/>
                </a:lnTo>
                <a:lnTo>
                  <a:pt x="5710186" y="1941370"/>
                </a:lnTo>
                <a:lnTo>
                  <a:pt x="5704910" y="1943663"/>
                </a:lnTo>
                <a:cubicBezTo>
                  <a:pt x="5701213" y="1944937"/>
                  <a:pt x="5698678" y="1945391"/>
                  <a:pt x="5696836" y="1945271"/>
                </a:cubicBezTo>
                <a:lnTo>
                  <a:pt x="5696583" y="1945050"/>
                </a:lnTo>
                <a:lnTo>
                  <a:pt x="5689123" y="1947067"/>
                </a:lnTo>
                <a:cubicBezTo>
                  <a:pt x="5676655" y="1951072"/>
                  <a:pt x="5664639" y="1955533"/>
                  <a:pt x="5653291" y="1960245"/>
                </a:cubicBezTo>
                <a:cubicBezTo>
                  <a:pt x="5640346" y="1947636"/>
                  <a:pt x="5600180" y="1973739"/>
                  <a:pt x="5599385" y="1945198"/>
                </a:cubicBezTo>
                <a:cubicBezTo>
                  <a:pt x="5583913" y="1950736"/>
                  <a:pt x="5576590" y="1964134"/>
                  <a:pt x="5578300" y="1944963"/>
                </a:cubicBezTo>
                <a:cubicBezTo>
                  <a:pt x="5573104" y="1946266"/>
                  <a:pt x="5569560" y="1945382"/>
                  <a:pt x="5566758" y="1943441"/>
                </a:cubicBezTo>
                <a:lnTo>
                  <a:pt x="5565857" y="1942445"/>
                </a:lnTo>
                <a:lnTo>
                  <a:pt x="5531534" y="1955208"/>
                </a:lnTo>
                <a:lnTo>
                  <a:pt x="5526552" y="1954799"/>
                </a:lnTo>
                <a:lnTo>
                  <a:pt x="5504723" y="1965811"/>
                </a:lnTo>
                <a:lnTo>
                  <a:pt x="5493156" y="1970063"/>
                </a:lnTo>
                <a:lnTo>
                  <a:pt x="5490486" y="1974227"/>
                </a:lnTo>
                <a:cubicBezTo>
                  <a:pt x="5487271" y="1977077"/>
                  <a:pt x="5482233" y="1979045"/>
                  <a:pt x="5473107" y="1979001"/>
                </a:cubicBezTo>
                <a:lnTo>
                  <a:pt x="5470885" y="1978432"/>
                </a:lnTo>
                <a:lnTo>
                  <a:pt x="5457393" y="1986525"/>
                </a:lnTo>
                <a:cubicBezTo>
                  <a:pt x="5453194" y="1989853"/>
                  <a:pt x="5449663" y="1993721"/>
                  <a:pt x="5447102" y="1998329"/>
                </a:cubicBezTo>
                <a:cubicBezTo>
                  <a:pt x="5386283" y="2017364"/>
                  <a:pt x="5223545" y="2015483"/>
                  <a:pt x="5159151" y="2029640"/>
                </a:cubicBezTo>
                <a:cubicBezTo>
                  <a:pt x="5141359" y="2036610"/>
                  <a:pt x="5090827" y="2076822"/>
                  <a:pt x="5098838" y="2062961"/>
                </a:cubicBezTo>
                <a:cubicBezTo>
                  <a:pt x="5047883" y="2099457"/>
                  <a:pt x="4922007" y="2111466"/>
                  <a:pt x="4860988" y="2135698"/>
                </a:cubicBezTo>
                <a:cubicBezTo>
                  <a:pt x="4805413" y="2152292"/>
                  <a:pt x="4784714" y="2158665"/>
                  <a:pt x="4765388" y="2162525"/>
                </a:cubicBezTo>
                <a:cubicBezTo>
                  <a:pt x="4758560" y="2161978"/>
                  <a:pt x="4751823" y="2160531"/>
                  <a:pt x="4745033" y="2158859"/>
                </a:cubicBezTo>
                <a:lnTo>
                  <a:pt x="4741475" y="2157998"/>
                </a:lnTo>
                <a:lnTo>
                  <a:pt x="4728247" y="2159526"/>
                </a:lnTo>
                <a:lnTo>
                  <a:pt x="4723263" y="2153742"/>
                </a:lnTo>
                <a:lnTo>
                  <a:pt x="4593061" y="2171597"/>
                </a:lnTo>
                <a:lnTo>
                  <a:pt x="4405765" y="2199902"/>
                </a:lnTo>
                <a:cubicBezTo>
                  <a:pt x="4403942" y="2198353"/>
                  <a:pt x="4402457" y="2196614"/>
                  <a:pt x="4401354" y="2194745"/>
                </a:cubicBezTo>
                <a:lnTo>
                  <a:pt x="4366646" y="2198564"/>
                </a:lnTo>
                <a:lnTo>
                  <a:pt x="4354009" y="2204984"/>
                </a:lnTo>
                <a:lnTo>
                  <a:pt x="4348284" y="2205270"/>
                </a:lnTo>
                <a:lnTo>
                  <a:pt x="4333906" y="2205251"/>
                </a:lnTo>
                <a:cubicBezTo>
                  <a:pt x="4326429" y="2204713"/>
                  <a:pt x="4318024" y="2203940"/>
                  <a:pt x="4308819" y="2203822"/>
                </a:cubicBezTo>
                <a:lnTo>
                  <a:pt x="4301210" y="2204456"/>
                </a:lnTo>
                <a:lnTo>
                  <a:pt x="4283095" y="2198177"/>
                </a:lnTo>
                <a:cubicBezTo>
                  <a:pt x="4269863" y="2193337"/>
                  <a:pt x="4259612" y="2190345"/>
                  <a:pt x="4250119" y="2196342"/>
                </a:cubicBezTo>
                <a:cubicBezTo>
                  <a:pt x="4230702" y="2190559"/>
                  <a:pt x="4213171" y="2166890"/>
                  <a:pt x="4189203" y="2178994"/>
                </a:cubicBezTo>
                <a:cubicBezTo>
                  <a:pt x="4194512" y="2165594"/>
                  <a:pt x="4160734" y="2183257"/>
                  <a:pt x="4154035" y="2171950"/>
                </a:cubicBezTo>
                <a:cubicBezTo>
                  <a:pt x="4150098" y="2162547"/>
                  <a:pt x="4138934" y="2165714"/>
                  <a:pt x="4129569" y="2163850"/>
                </a:cubicBezTo>
                <a:cubicBezTo>
                  <a:pt x="4121391" y="2155090"/>
                  <a:pt x="4076089" y="2154737"/>
                  <a:pt x="4061250" y="2159236"/>
                </a:cubicBezTo>
                <a:cubicBezTo>
                  <a:pt x="4020618" y="2177811"/>
                  <a:pt x="3978175" y="2144465"/>
                  <a:pt x="3945480" y="2158279"/>
                </a:cubicBezTo>
                <a:cubicBezTo>
                  <a:pt x="3936362" y="2159139"/>
                  <a:pt x="3928502" y="2158369"/>
                  <a:pt x="3921468" y="2156588"/>
                </a:cubicBezTo>
                <a:lnTo>
                  <a:pt x="3903348" y="2149220"/>
                </a:lnTo>
                <a:lnTo>
                  <a:pt x="3901342" y="2142355"/>
                </a:lnTo>
                <a:lnTo>
                  <a:pt x="3888539" y="2140476"/>
                </a:lnTo>
                <a:lnTo>
                  <a:pt x="3885662" y="2138740"/>
                </a:lnTo>
                <a:cubicBezTo>
                  <a:pt x="3880178" y="2135398"/>
                  <a:pt x="3874645" y="2132286"/>
                  <a:pt x="3868627" y="2130023"/>
                </a:cubicBezTo>
                <a:cubicBezTo>
                  <a:pt x="3859240" y="2159198"/>
                  <a:pt x="3815892" y="2115590"/>
                  <a:pt x="3819177" y="2142111"/>
                </a:cubicBezTo>
                <a:cubicBezTo>
                  <a:pt x="3784478" y="2134756"/>
                  <a:pt x="3796708" y="2161930"/>
                  <a:pt x="3769100" y="2131731"/>
                </a:cubicBezTo>
                <a:cubicBezTo>
                  <a:pt x="3702423" y="2139704"/>
                  <a:pt x="3625642" y="2109386"/>
                  <a:pt x="3562752" y="2131785"/>
                </a:cubicBezTo>
                <a:cubicBezTo>
                  <a:pt x="3576244" y="2120400"/>
                  <a:pt x="3560801" y="2104591"/>
                  <a:pt x="3541402" y="2106821"/>
                </a:cubicBezTo>
                <a:cubicBezTo>
                  <a:pt x="3592232" y="2061584"/>
                  <a:pt x="3356194" y="2115384"/>
                  <a:pt x="3365341" y="2077638"/>
                </a:cubicBezTo>
                <a:cubicBezTo>
                  <a:pt x="3303594" y="2079161"/>
                  <a:pt x="3221644" y="2111487"/>
                  <a:pt x="3170922" y="2115957"/>
                </a:cubicBezTo>
                <a:cubicBezTo>
                  <a:pt x="3166532" y="2119769"/>
                  <a:pt x="3161579" y="2122617"/>
                  <a:pt x="3156256" y="2124773"/>
                </a:cubicBezTo>
                <a:lnTo>
                  <a:pt x="3140298" y="2129182"/>
                </a:lnTo>
                <a:lnTo>
                  <a:pt x="3138514" y="2128069"/>
                </a:lnTo>
                <a:cubicBezTo>
                  <a:pt x="3130169" y="2125710"/>
                  <a:pt x="3124679" y="2126336"/>
                  <a:pt x="3120467" y="2128281"/>
                </a:cubicBezTo>
                <a:lnTo>
                  <a:pt x="3116175" y="2131633"/>
                </a:lnTo>
                <a:lnTo>
                  <a:pt x="3103685" y="2132814"/>
                </a:lnTo>
                <a:lnTo>
                  <a:pt x="3078794" y="2137935"/>
                </a:lnTo>
                <a:lnTo>
                  <a:pt x="3074407" y="2136274"/>
                </a:lnTo>
                <a:lnTo>
                  <a:pt x="3037285" y="2139919"/>
                </a:lnTo>
                <a:lnTo>
                  <a:pt x="3036901" y="2138726"/>
                </a:lnTo>
                <a:cubicBezTo>
                  <a:pt x="3035193" y="2136135"/>
                  <a:pt x="3032337" y="2134379"/>
                  <a:pt x="3026996" y="2134322"/>
                </a:cubicBezTo>
                <a:cubicBezTo>
                  <a:pt x="3037063" y="2116196"/>
                  <a:pt x="3024412" y="2127308"/>
                  <a:pt x="3007772" y="2128742"/>
                </a:cubicBezTo>
                <a:cubicBezTo>
                  <a:pt x="3019697" y="2100910"/>
                  <a:pt x="2971305" y="2115987"/>
                  <a:pt x="2965030" y="2100494"/>
                </a:cubicBezTo>
                <a:cubicBezTo>
                  <a:pt x="2952539" y="2102174"/>
                  <a:pt x="2939545" y="2103445"/>
                  <a:pt x="2926342" y="2104155"/>
                </a:cubicBezTo>
                <a:lnTo>
                  <a:pt x="2918608" y="2104215"/>
                </a:lnTo>
                <a:cubicBezTo>
                  <a:pt x="2918564" y="2104122"/>
                  <a:pt x="2918519" y="2104030"/>
                  <a:pt x="2918475" y="2103937"/>
                </a:cubicBezTo>
                <a:cubicBezTo>
                  <a:pt x="2916840" y="2103354"/>
                  <a:pt x="2914314" y="2103149"/>
                  <a:pt x="2910360" y="2103444"/>
                </a:cubicBezTo>
                <a:lnTo>
                  <a:pt x="2904507" y="2104326"/>
                </a:lnTo>
                <a:lnTo>
                  <a:pt x="2889503" y="2104443"/>
                </a:lnTo>
                <a:lnTo>
                  <a:pt x="2884480" y="2102626"/>
                </a:lnTo>
                <a:lnTo>
                  <a:pt x="2882689" y="2099228"/>
                </a:lnTo>
                <a:lnTo>
                  <a:pt x="2881291" y="2099618"/>
                </a:lnTo>
                <a:cubicBezTo>
                  <a:pt x="2870663" y="2105606"/>
                  <a:pt x="2867338" y="2114210"/>
                  <a:pt x="2853979" y="2090388"/>
                </a:cubicBezTo>
                <a:cubicBezTo>
                  <a:pt x="2829652" y="2100099"/>
                  <a:pt x="2824975" y="2085577"/>
                  <a:pt x="2791790" y="2080332"/>
                </a:cubicBezTo>
                <a:cubicBezTo>
                  <a:pt x="2777850" y="2089504"/>
                  <a:pt x="2766709" y="2086170"/>
                  <a:pt x="2755844" y="2078874"/>
                </a:cubicBezTo>
                <a:cubicBezTo>
                  <a:pt x="2723488" y="2083049"/>
                  <a:pt x="2694065" y="2072780"/>
                  <a:pt x="2657742" y="2070179"/>
                </a:cubicBezTo>
                <a:cubicBezTo>
                  <a:pt x="2618372" y="2082020"/>
                  <a:pt x="2598368" y="2060559"/>
                  <a:pt x="2559549" y="2057873"/>
                </a:cubicBezTo>
                <a:cubicBezTo>
                  <a:pt x="2525789" y="2078403"/>
                  <a:pt x="2531908" y="2039838"/>
                  <a:pt x="2512054" y="2031671"/>
                </a:cubicBezTo>
                <a:lnTo>
                  <a:pt x="2506437" y="2030918"/>
                </a:lnTo>
                <a:lnTo>
                  <a:pt x="2491752" y="2033906"/>
                </a:lnTo>
                <a:lnTo>
                  <a:pt x="2486338" y="2035862"/>
                </a:lnTo>
                <a:cubicBezTo>
                  <a:pt x="2482568" y="2036899"/>
                  <a:pt x="2480011" y="2037191"/>
                  <a:pt x="2478186" y="2036953"/>
                </a:cubicBezTo>
                <a:lnTo>
                  <a:pt x="2477950" y="2036715"/>
                </a:lnTo>
                <a:lnTo>
                  <a:pt x="2470381" y="2038256"/>
                </a:lnTo>
                <a:cubicBezTo>
                  <a:pt x="2457686" y="2041461"/>
                  <a:pt x="2445410" y="2045155"/>
                  <a:pt x="2433781" y="2049140"/>
                </a:cubicBezTo>
                <a:cubicBezTo>
                  <a:pt x="2421781" y="2035703"/>
                  <a:pt x="2379959" y="2059234"/>
                  <a:pt x="2381172" y="2030645"/>
                </a:cubicBezTo>
                <a:cubicBezTo>
                  <a:pt x="2365380" y="2035192"/>
                  <a:pt x="2357148" y="2048120"/>
                  <a:pt x="2360198" y="2029059"/>
                </a:cubicBezTo>
                <a:cubicBezTo>
                  <a:pt x="2354933" y="2030031"/>
                  <a:pt x="2351467" y="2028919"/>
                  <a:pt x="2348815" y="2026798"/>
                </a:cubicBezTo>
                <a:lnTo>
                  <a:pt x="2347988" y="2025745"/>
                </a:lnTo>
                <a:lnTo>
                  <a:pt x="2312920" y="2036311"/>
                </a:lnTo>
                <a:lnTo>
                  <a:pt x="2307986" y="2035583"/>
                </a:lnTo>
                <a:lnTo>
                  <a:pt x="2285481" y="2045197"/>
                </a:lnTo>
                <a:lnTo>
                  <a:pt x="2273666" y="2048710"/>
                </a:lnTo>
                <a:lnTo>
                  <a:pt x="2270719" y="2052702"/>
                </a:lnTo>
                <a:cubicBezTo>
                  <a:pt x="2267315" y="2055347"/>
                  <a:pt x="2262161" y="2056992"/>
                  <a:pt x="2253080" y="2056363"/>
                </a:cubicBezTo>
                <a:lnTo>
                  <a:pt x="2250906" y="2055654"/>
                </a:lnTo>
                <a:lnTo>
                  <a:pt x="2236905" y="2062882"/>
                </a:lnTo>
                <a:cubicBezTo>
                  <a:pt x="2232493" y="2065942"/>
                  <a:pt x="2228705" y="2069583"/>
                  <a:pt x="2225830" y="2074027"/>
                </a:cubicBezTo>
                <a:cubicBezTo>
                  <a:pt x="2173117" y="2059597"/>
                  <a:pt x="2128486" y="2085502"/>
                  <a:pt x="2073776" y="2089244"/>
                </a:cubicBezTo>
                <a:cubicBezTo>
                  <a:pt x="2046050" y="2059365"/>
                  <a:pt x="1957570" y="2112693"/>
                  <a:pt x="1948256" y="2146616"/>
                </a:cubicBezTo>
                <a:cubicBezTo>
                  <a:pt x="1943005" y="2109192"/>
                  <a:pt x="1832736" y="2206239"/>
                  <a:pt x="1865582" y="2153738"/>
                </a:cubicBezTo>
                <a:cubicBezTo>
                  <a:pt x="1847376" y="2159567"/>
                  <a:pt x="1826258" y="2147592"/>
                  <a:pt x="1835210" y="2134244"/>
                </a:cubicBezTo>
                <a:cubicBezTo>
                  <a:pt x="1781916" y="2167476"/>
                  <a:pt x="1695112" y="2153556"/>
                  <a:pt x="1632661" y="2173882"/>
                </a:cubicBezTo>
                <a:cubicBezTo>
                  <a:pt x="1594177" y="2150642"/>
                  <a:pt x="1616426" y="2173975"/>
                  <a:pt x="1579590" y="2173680"/>
                </a:cubicBezTo>
                <a:cubicBezTo>
                  <a:pt x="1592812" y="2198112"/>
                  <a:pt x="1533818" y="2165220"/>
                  <a:pt x="1535601" y="2194590"/>
                </a:cubicBezTo>
                <a:cubicBezTo>
                  <a:pt x="1528840" y="2193608"/>
                  <a:pt x="1522236" y="2191728"/>
                  <a:pt x="1515594" y="2189622"/>
                </a:cubicBezTo>
                <a:lnTo>
                  <a:pt x="1512113" y="2188534"/>
                </a:lnTo>
                <a:lnTo>
                  <a:pt x="1498838" y="2189213"/>
                </a:lnTo>
                <a:lnTo>
                  <a:pt x="1494279" y="2183112"/>
                </a:lnTo>
                <a:lnTo>
                  <a:pt x="1473714" y="2179625"/>
                </a:lnTo>
                <a:cubicBezTo>
                  <a:pt x="1466138" y="2179292"/>
                  <a:pt x="1458132" y="2180071"/>
                  <a:pt x="1449503" y="2182633"/>
                </a:cubicBezTo>
                <a:lnTo>
                  <a:pt x="1266687" y="2212688"/>
                </a:lnTo>
                <a:cubicBezTo>
                  <a:pt x="1256792" y="2212722"/>
                  <a:pt x="1247024" y="2217857"/>
                  <a:pt x="1239614" y="2209727"/>
                </a:cubicBezTo>
                <a:cubicBezTo>
                  <a:pt x="1228778" y="2200326"/>
                  <a:pt x="1202276" y="2223497"/>
                  <a:pt x="1202436" y="2209817"/>
                </a:cubicBezTo>
                <a:cubicBezTo>
                  <a:pt x="1183471" y="2225854"/>
                  <a:pt x="1157340" y="2206849"/>
                  <a:pt x="1136097" y="2205112"/>
                </a:cubicBezTo>
                <a:cubicBezTo>
                  <a:pt x="1100396" y="2209415"/>
                  <a:pt x="1013922" y="2231219"/>
                  <a:pt x="988232" y="2235635"/>
                </a:cubicBezTo>
                <a:cubicBezTo>
                  <a:pt x="986445" y="2234079"/>
                  <a:pt x="984332" y="2232722"/>
                  <a:pt x="981959" y="2231607"/>
                </a:cubicBezTo>
                <a:cubicBezTo>
                  <a:pt x="968170" y="2225130"/>
                  <a:pt x="948759" y="2228043"/>
                  <a:pt x="938600" y="2238113"/>
                </a:cubicBezTo>
                <a:cubicBezTo>
                  <a:pt x="888371" y="2272824"/>
                  <a:pt x="837950" y="2280135"/>
                  <a:pt x="791788" y="2293224"/>
                </a:cubicBezTo>
                <a:cubicBezTo>
                  <a:pt x="739035" y="2305159"/>
                  <a:pt x="769009" y="2269676"/>
                  <a:pt x="706914" y="2305046"/>
                </a:cubicBezTo>
                <a:cubicBezTo>
                  <a:pt x="697882" y="2295919"/>
                  <a:pt x="689339" y="2296797"/>
                  <a:pt x="675971" y="2304030"/>
                </a:cubicBezTo>
                <a:cubicBezTo>
                  <a:pt x="650201" y="2309060"/>
                  <a:pt x="647591" y="2282853"/>
                  <a:pt x="624180" y="2302650"/>
                </a:cubicBezTo>
                <a:cubicBezTo>
                  <a:pt x="626400" y="2287987"/>
                  <a:pt x="574045" y="2305175"/>
                  <a:pt x="583453" y="2288788"/>
                </a:cubicBezTo>
                <a:cubicBezTo>
                  <a:pt x="564313" y="2278832"/>
                  <a:pt x="559671" y="2301039"/>
                  <a:pt x="540946" y="2292721"/>
                </a:cubicBezTo>
                <a:cubicBezTo>
                  <a:pt x="521576" y="2293191"/>
                  <a:pt x="554439" y="2305843"/>
                  <a:pt x="533680" y="2310233"/>
                </a:cubicBezTo>
                <a:cubicBezTo>
                  <a:pt x="508069" y="2313043"/>
                  <a:pt x="512638" y="2338541"/>
                  <a:pt x="487366" y="2309053"/>
                </a:cubicBezTo>
                <a:cubicBezTo>
                  <a:pt x="462164" y="2321083"/>
                  <a:pt x="454441" y="2307251"/>
                  <a:pt x="416820" y="2305443"/>
                </a:cubicBezTo>
                <a:cubicBezTo>
                  <a:pt x="403012" y="2315890"/>
                  <a:pt x="390105" y="2313733"/>
                  <a:pt x="376805" y="2307647"/>
                </a:cubicBezTo>
                <a:cubicBezTo>
                  <a:pt x="341751" y="2315035"/>
                  <a:pt x="307408" y="2307897"/>
                  <a:pt x="266777" y="2309012"/>
                </a:cubicBezTo>
                <a:cubicBezTo>
                  <a:pt x="225310" y="2324664"/>
                  <a:pt x="199419" y="2305548"/>
                  <a:pt x="156013" y="2306832"/>
                </a:cubicBezTo>
                <a:cubicBezTo>
                  <a:pt x="117457" y="2333851"/>
                  <a:pt x="122965" y="2279562"/>
                  <a:pt x="87258" y="2285511"/>
                </a:cubicBezTo>
                <a:cubicBezTo>
                  <a:pt x="38977" y="2309189"/>
                  <a:pt x="74043" y="2277969"/>
                  <a:pt x="23798" y="2281822"/>
                </a:cubicBezTo>
                <a:lnTo>
                  <a:pt x="0" y="2285369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088C5E0-F406-0725-5E90-10662E51B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1" y="509587"/>
            <a:ext cx="7649239" cy="74295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Casos de Estudo</a:t>
            </a:r>
            <a:endParaRPr lang="en-US" sz="36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Marcador de Posição de Conteúdo 4" descr="Uma imagem com texto, captura de ecrã, Tipo de letra&#10;&#10;Os conteúdos gerados por IA podem estar incorretos.">
            <a:extLst>
              <a:ext uri="{FF2B5EF4-FFF2-40B4-BE49-F238E27FC236}">
                <a16:creationId xmlns:a16="http://schemas.microsoft.com/office/drawing/2014/main" id="{BD4AAC0E-3FFA-E9DD-43B8-097D459D3A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5071" y="1074918"/>
            <a:ext cx="11229281" cy="5783080"/>
          </a:xfrm>
          <a:prstGeom prst="rect">
            <a:avLst/>
          </a:prstGeom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EB62645-D4DA-4E99-8344-B1536F63D1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7088" y="6277971"/>
            <a:ext cx="6884912" cy="580030"/>
          </a:xfrm>
          <a:custGeom>
            <a:avLst/>
            <a:gdLst>
              <a:gd name="connsiteX0" fmla="*/ 6884912 w 6884912"/>
              <a:gd name="connsiteY0" fmla="*/ 0 h 1161397"/>
              <a:gd name="connsiteX1" fmla="*/ 6884912 w 6884912"/>
              <a:gd name="connsiteY1" fmla="*/ 1161397 h 1161397"/>
              <a:gd name="connsiteX2" fmla="*/ 0 w 6884912"/>
              <a:gd name="connsiteY2" fmla="*/ 1161397 h 1161397"/>
              <a:gd name="connsiteX3" fmla="*/ 27135 w 6884912"/>
              <a:gd name="connsiteY3" fmla="*/ 1147460 h 1161397"/>
              <a:gd name="connsiteX4" fmla="*/ 115388 w 6884912"/>
              <a:gd name="connsiteY4" fmla="*/ 1159043 h 1161397"/>
              <a:gd name="connsiteX5" fmla="*/ 119094 w 6884912"/>
              <a:gd name="connsiteY5" fmla="*/ 1148463 h 1161397"/>
              <a:gd name="connsiteX6" fmla="*/ 171824 w 6884912"/>
              <a:gd name="connsiteY6" fmla="*/ 1133224 h 1161397"/>
              <a:gd name="connsiteX7" fmla="*/ 376455 w 6884912"/>
              <a:gd name="connsiteY7" fmla="*/ 1137381 h 1161397"/>
              <a:gd name="connsiteX8" fmla="*/ 478946 w 6884912"/>
              <a:gd name="connsiteY8" fmla="*/ 1106011 h 1161397"/>
              <a:gd name="connsiteX9" fmla="*/ 512111 w 6884912"/>
              <a:gd name="connsiteY9" fmla="*/ 1085599 h 1161397"/>
              <a:gd name="connsiteX10" fmla="*/ 567875 w 6884912"/>
              <a:gd name="connsiteY10" fmla="*/ 1051976 h 1161397"/>
              <a:gd name="connsiteX11" fmla="*/ 601644 w 6884912"/>
              <a:gd name="connsiteY11" fmla="*/ 1003997 h 1161397"/>
              <a:gd name="connsiteX12" fmla="*/ 651408 w 6884912"/>
              <a:gd name="connsiteY12" fmla="*/ 984938 h 1161397"/>
              <a:gd name="connsiteX13" fmla="*/ 673197 w 6884912"/>
              <a:gd name="connsiteY13" fmla="*/ 1010060 h 1161397"/>
              <a:gd name="connsiteX14" fmla="*/ 723108 w 6884912"/>
              <a:gd name="connsiteY14" fmla="*/ 980081 h 1161397"/>
              <a:gd name="connsiteX15" fmla="*/ 797699 w 6884912"/>
              <a:gd name="connsiteY15" fmla="*/ 931362 h 1161397"/>
              <a:gd name="connsiteX16" fmla="*/ 843359 w 6884912"/>
              <a:gd name="connsiteY16" fmla="*/ 910894 h 1161397"/>
              <a:gd name="connsiteX17" fmla="*/ 965215 w 6884912"/>
              <a:gd name="connsiteY17" fmla="*/ 846701 h 1161397"/>
              <a:gd name="connsiteX18" fmla="*/ 1085080 w 6884912"/>
              <a:gd name="connsiteY18" fmla="*/ 776086 h 1161397"/>
              <a:gd name="connsiteX19" fmla="*/ 1131224 w 6884912"/>
              <a:gd name="connsiteY19" fmla="*/ 706160 h 1161397"/>
              <a:gd name="connsiteX20" fmla="*/ 1138051 w 6884912"/>
              <a:gd name="connsiteY20" fmla="*/ 702034 h 1161397"/>
              <a:gd name="connsiteX21" fmla="*/ 1158800 w 6884912"/>
              <a:gd name="connsiteY21" fmla="*/ 700004 h 1161397"/>
              <a:gd name="connsiteX22" fmla="*/ 1166947 w 6884912"/>
              <a:gd name="connsiteY22" fmla="*/ 700762 h 1161397"/>
              <a:gd name="connsiteX23" fmla="*/ 1178135 w 6884912"/>
              <a:gd name="connsiteY23" fmla="*/ 698631 h 1161397"/>
              <a:gd name="connsiteX24" fmla="*/ 1178301 w 6884912"/>
              <a:gd name="connsiteY24" fmla="*/ 698094 h 1161397"/>
              <a:gd name="connsiteX25" fmla="*/ 1188995 w 6884912"/>
              <a:gd name="connsiteY25" fmla="*/ 697048 h 1161397"/>
              <a:gd name="connsiteX26" fmla="*/ 1242716 w 6884912"/>
              <a:gd name="connsiteY26" fmla="*/ 698052 h 1161397"/>
              <a:gd name="connsiteX27" fmla="*/ 1299977 w 6884912"/>
              <a:gd name="connsiteY27" fmla="*/ 639196 h 1161397"/>
              <a:gd name="connsiteX28" fmla="*/ 1326190 w 6884912"/>
              <a:gd name="connsiteY28" fmla="*/ 625955 h 1161397"/>
              <a:gd name="connsiteX29" fmla="*/ 1339600 w 6884912"/>
              <a:gd name="connsiteY29" fmla="*/ 616295 h 1161397"/>
              <a:gd name="connsiteX30" fmla="*/ 1340054 w 6884912"/>
              <a:gd name="connsiteY30" fmla="*/ 614022 h 1161397"/>
              <a:gd name="connsiteX31" fmla="*/ 1391606 w 6884912"/>
              <a:gd name="connsiteY31" fmla="*/ 615229 h 1161397"/>
              <a:gd name="connsiteX32" fmla="*/ 1397565 w 6884912"/>
              <a:gd name="connsiteY32" fmla="*/ 611490 h 1161397"/>
              <a:gd name="connsiteX33" fmla="*/ 1432302 w 6884912"/>
              <a:gd name="connsiteY33" fmla="*/ 617267 h 1161397"/>
              <a:gd name="connsiteX34" fmla="*/ 1449644 w 6884912"/>
              <a:gd name="connsiteY34" fmla="*/ 617591 h 1161397"/>
              <a:gd name="connsiteX35" fmla="*/ 1455793 w 6884912"/>
              <a:gd name="connsiteY35" fmla="*/ 623174 h 1161397"/>
              <a:gd name="connsiteX36" fmla="*/ 1480758 w 6884912"/>
              <a:gd name="connsiteY36" fmla="*/ 620863 h 1161397"/>
              <a:gd name="connsiteX37" fmla="*/ 1483154 w 6884912"/>
              <a:gd name="connsiteY37" fmla="*/ 618527 h 1161397"/>
              <a:gd name="connsiteX38" fmla="*/ 1505495 w 6884912"/>
              <a:gd name="connsiteY38" fmla="*/ 624325 h 1161397"/>
              <a:gd name="connsiteX39" fmla="*/ 1526340 w 6884912"/>
              <a:gd name="connsiteY39" fmla="*/ 638496 h 1161397"/>
              <a:gd name="connsiteX40" fmla="*/ 1731986 w 6884912"/>
              <a:gd name="connsiteY40" fmla="*/ 589682 h 1161397"/>
              <a:gd name="connsiteX41" fmla="*/ 1927935 w 6884912"/>
              <a:gd name="connsiteY41" fmla="*/ 628540 h 1161397"/>
              <a:gd name="connsiteX42" fmla="*/ 2039075 w 6884912"/>
              <a:gd name="connsiteY42" fmla="*/ 599964 h 1161397"/>
              <a:gd name="connsiteX43" fmla="*/ 2066980 w 6884912"/>
              <a:gd name="connsiteY43" fmla="*/ 550413 h 1161397"/>
              <a:gd name="connsiteX44" fmla="*/ 2352236 w 6884912"/>
              <a:gd name="connsiteY44" fmla="*/ 519602 h 1161397"/>
              <a:gd name="connsiteX45" fmla="*/ 2420791 w 6884912"/>
              <a:gd name="connsiteY45" fmla="*/ 492826 h 1161397"/>
              <a:gd name="connsiteX46" fmla="*/ 2489932 w 6884912"/>
              <a:gd name="connsiteY46" fmla="*/ 507864 h 1161397"/>
              <a:gd name="connsiteX47" fmla="*/ 2512917 w 6884912"/>
              <a:gd name="connsiteY47" fmla="*/ 489127 h 1161397"/>
              <a:gd name="connsiteX48" fmla="*/ 2516783 w 6884912"/>
              <a:gd name="connsiteY48" fmla="*/ 485473 h 1161397"/>
              <a:gd name="connsiteX49" fmla="*/ 2534360 w 6884912"/>
              <a:gd name="connsiteY49" fmla="*/ 480064 h 1161397"/>
              <a:gd name="connsiteX50" fmla="*/ 2536691 w 6884912"/>
              <a:gd name="connsiteY50" fmla="*/ 467018 h 1161397"/>
              <a:gd name="connsiteX51" fmla="*/ 2561265 w 6884912"/>
              <a:gd name="connsiteY51" fmla="*/ 450623 h 1161397"/>
              <a:gd name="connsiteX52" fmla="*/ 2594349 w 6884912"/>
              <a:gd name="connsiteY52" fmla="*/ 443884 h 1161397"/>
              <a:gd name="connsiteX53" fmla="*/ 2754324 w 6884912"/>
              <a:gd name="connsiteY53" fmla="*/ 424766 h 1161397"/>
              <a:gd name="connsiteX54" fmla="*/ 2848470 w 6884912"/>
              <a:gd name="connsiteY54" fmla="*/ 405966 h 1161397"/>
              <a:gd name="connsiteX55" fmla="*/ 2881772 w 6884912"/>
              <a:gd name="connsiteY55" fmla="*/ 387260 h 1161397"/>
              <a:gd name="connsiteX56" fmla="*/ 2929932 w 6884912"/>
              <a:gd name="connsiteY56" fmla="*/ 368912 h 1161397"/>
              <a:gd name="connsiteX57" fmla="*/ 3013020 w 6884912"/>
              <a:gd name="connsiteY57" fmla="*/ 327578 h 1161397"/>
              <a:gd name="connsiteX58" fmla="*/ 3127968 w 6884912"/>
              <a:gd name="connsiteY58" fmla="*/ 287613 h 1161397"/>
              <a:gd name="connsiteX59" fmla="*/ 3222191 w 6884912"/>
              <a:gd name="connsiteY59" fmla="*/ 307887 h 1161397"/>
              <a:gd name="connsiteX60" fmla="*/ 3227953 w 6884912"/>
              <a:gd name="connsiteY60" fmla="*/ 297650 h 1161397"/>
              <a:gd name="connsiteX61" fmla="*/ 3287859 w 6884912"/>
              <a:gd name="connsiteY61" fmla="*/ 287558 h 1161397"/>
              <a:gd name="connsiteX62" fmla="*/ 3510042 w 6884912"/>
              <a:gd name="connsiteY62" fmla="*/ 311820 h 1161397"/>
              <a:gd name="connsiteX63" fmla="*/ 3626773 w 6884912"/>
              <a:gd name="connsiteY63" fmla="*/ 290452 h 1161397"/>
              <a:gd name="connsiteX64" fmla="*/ 3666217 w 6884912"/>
              <a:gd name="connsiteY64" fmla="*/ 273255 h 1161397"/>
              <a:gd name="connsiteX65" fmla="*/ 3732427 w 6884912"/>
              <a:gd name="connsiteY65" fmla="*/ 245039 h 1161397"/>
              <a:gd name="connsiteX66" fmla="*/ 3777022 w 6884912"/>
              <a:gd name="connsiteY66" fmla="*/ 200276 h 1161397"/>
              <a:gd name="connsiteX67" fmla="*/ 3791246 w 6884912"/>
              <a:gd name="connsiteY67" fmla="*/ 189996 h 1161397"/>
              <a:gd name="connsiteX68" fmla="*/ 3819864 w 6884912"/>
              <a:gd name="connsiteY68" fmla="*/ 194605 h 1161397"/>
              <a:gd name="connsiteX69" fmla="*/ 3830398 w 6884912"/>
              <a:gd name="connsiteY69" fmla="*/ 188383 h 1161397"/>
              <a:gd name="connsiteX70" fmla="*/ 3834360 w 6884912"/>
              <a:gd name="connsiteY70" fmla="*/ 188992 h 1161397"/>
              <a:gd name="connsiteX71" fmla="*/ 3843715 w 6884912"/>
              <a:gd name="connsiteY71" fmla="*/ 188752 h 1161397"/>
              <a:gd name="connsiteX72" fmla="*/ 3842609 w 6884912"/>
              <a:gd name="connsiteY72" fmla="*/ 197386 h 1161397"/>
              <a:gd name="connsiteX73" fmla="*/ 3853961 w 6884912"/>
              <a:gd name="connsiteY73" fmla="*/ 213380 h 1161397"/>
              <a:gd name="connsiteX74" fmla="*/ 3907640 w 6884912"/>
              <a:gd name="connsiteY74" fmla="*/ 207568 h 1161397"/>
              <a:gd name="connsiteX75" fmla="*/ 3910449 w 6884912"/>
              <a:gd name="connsiteY75" fmla="*/ 197808 h 1161397"/>
              <a:gd name="connsiteX76" fmla="*/ 3917197 w 6884912"/>
              <a:gd name="connsiteY76" fmla="*/ 196121 h 1161397"/>
              <a:gd name="connsiteX77" fmla="*/ 3922400 w 6884912"/>
              <a:gd name="connsiteY77" fmla="*/ 205056 h 1161397"/>
              <a:gd name="connsiteX78" fmla="*/ 4013061 w 6884912"/>
              <a:gd name="connsiteY78" fmla="*/ 224874 h 1161397"/>
              <a:gd name="connsiteX79" fmla="*/ 4134285 w 6884912"/>
              <a:gd name="connsiteY79" fmla="*/ 235592 h 1161397"/>
              <a:gd name="connsiteX80" fmla="*/ 4220717 w 6884912"/>
              <a:gd name="connsiteY80" fmla="*/ 192946 h 1161397"/>
              <a:gd name="connsiteX81" fmla="*/ 4228802 w 6884912"/>
              <a:gd name="connsiteY81" fmla="*/ 201468 h 1161397"/>
              <a:gd name="connsiteX82" fmla="*/ 4289361 w 6884912"/>
              <a:gd name="connsiteY82" fmla="*/ 196642 h 1161397"/>
              <a:gd name="connsiteX83" fmla="*/ 4498913 w 6884912"/>
              <a:gd name="connsiteY83" fmla="*/ 118915 h 1161397"/>
              <a:gd name="connsiteX84" fmla="*/ 4617330 w 6884912"/>
              <a:gd name="connsiteY84" fmla="*/ 111163 h 1161397"/>
              <a:gd name="connsiteX85" fmla="*/ 4659778 w 6884912"/>
              <a:gd name="connsiteY85" fmla="*/ 118219 h 1161397"/>
              <a:gd name="connsiteX86" fmla="*/ 4730870 w 6884912"/>
              <a:gd name="connsiteY86" fmla="*/ 129432 h 1161397"/>
              <a:gd name="connsiteX87" fmla="*/ 4785037 w 6884912"/>
              <a:gd name="connsiteY87" fmla="*/ 161964 h 1161397"/>
              <a:gd name="connsiteX88" fmla="*/ 4844073 w 6884912"/>
              <a:gd name="connsiteY88" fmla="*/ 161768 h 1161397"/>
              <a:gd name="connsiteX89" fmla="*/ 4856454 w 6884912"/>
              <a:gd name="connsiteY89" fmla="*/ 130488 h 1161397"/>
              <a:gd name="connsiteX90" fmla="*/ 4920038 w 6884912"/>
              <a:gd name="connsiteY90" fmla="*/ 140418 h 1161397"/>
              <a:gd name="connsiteX91" fmla="*/ 5016639 w 6884912"/>
              <a:gd name="connsiteY91" fmla="*/ 158905 h 1161397"/>
              <a:gd name="connsiteX92" fmla="*/ 5072009 w 6884912"/>
              <a:gd name="connsiteY92" fmla="*/ 161502 h 1161397"/>
              <a:gd name="connsiteX93" fmla="*/ 5223626 w 6884912"/>
              <a:gd name="connsiteY93" fmla="*/ 177356 h 1161397"/>
              <a:gd name="connsiteX94" fmla="*/ 5375773 w 6884912"/>
              <a:gd name="connsiteY94" fmla="*/ 199913 h 1161397"/>
              <a:gd name="connsiteX95" fmla="*/ 5467502 w 6884912"/>
              <a:gd name="connsiteY95" fmla="*/ 250963 h 1161397"/>
              <a:gd name="connsiteX96" fmla="*/ 5592395 w 6884912"/>
              <a:gd name="connsiteY96" fmla="*/ 265434 h 1161397"/>
              <a:gd name="connsiteX97" fmla="*/ 5613532 w 6884912"/>
              <a:gd name="connsiteY97" fmla="*/ 273379 h 1161397"/>
              <a:gd name="connsiteX98" fmla="*/ 5642173 w 6884912"/>
              <a:gd name="connsiteY98" fmla="*/ 266904 h 1161397"/>
              <a:gd name="connsiteX99" fmla="*/ 5756910 w 6884912"/>
              <a:gd name="connsiteY99" fmla="*/ 239211 h 1161397"/>
              <a:gd name="connsiteX100" fmla="*/ 5846667 w 6884912"/>
              <a:gd name="connsiteY100" fmla="*/ 201786 h 1161397"/>
              <a:gd name="connsiteX101" fmla="*/ 5960732 w 6884912"/>
              <a:gd name="connsiteY101" fmla="*/ 220708 h 1161397"/>
              <a:gd name="connsiteX102" fmla="*/ 6029542 w 6884912"/>
              <a:gd name="connsiteY102" fmla="*/ 210339 h 1161397"/>
              <a:gd name="connsiteX103" fmla="*/ 6141123 w 6884912"/>
              <a:gd name="connsiteY103" fmla="*/ 159923 h 1161397"/>
              <a:gd name="connsiteX104" fmla="*/ 6290640 w 6884912"/>
              <a:gd name="connsiteY104" fmla="*/ 167441 h 1161397"/>
              <a:gd name="connsiteX105" fmla="*/ 6322806 w 6884912"/>
              <a:gd name="connsiteY105" fmla="*/ 213293 h 1161397"/>
              <a:gd name="connsiteX106" fmla="*/ 6364914 w 6884912"/>
              <a:gd name="connsiteY106" fmla="*/ 240140 h 1161397"/>
              <a:gd name="connsiteX107" fmla="*/ 6380420 w 6884912"/>
              <a:gd name="connsiteY107" fmla="*/ 173195 h 1161397"/>
              <a:gd name="connsiteX108" fmla="*/ 6507891 w 6884912"/>
              <a:gd name="connsiteY108" fmla="*/ 118474 h 1161397"/>
              <a:gd name="connsiteX109" fmla="*/ 6571807 w 6884912"/>
              <a:gd name="connsiteY109" fmla="*/ 98636 h 1161397"/>
              <a:gd name="connsiteX110" fmla="*/ 6671880 w 6884912"/>
              <a:gd name="connsiteY110" fmla="*/ 82931 h 1161397"/>
              <a:gd name="connsiteX111" fmla="*/ 6702266 w 6884912"/>
              <a:gd name="connsiteY111" fmla="*/ 75470 h 1161397"/>
              <a:gd name="connsiteX112" fmla="*/ 6845802 w 6884912"/>
              <a:gd name="connsiteY112" fmla="*/ 24496 h 1161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884912" h="1161397">
                <a:moveTo>
                  <a:pt x="6884912" y="0"/>
                </a:moveTo>
                <a:lnTo>
                  <a:pt x="6884912" y="1161397"/>
                </a:lnTo>
                <a:lnTo>
                  <a:pt x="0" y="1161397"/>
                </a:lnTo>
                <a:lnTo>
                  <a:pt x="27135" y="1147460"/>
                </a:lnTo>
                <a:cubicBezTo>
                  <a:pt x="57431" y="1167048"/>
                  <a:pt x="61886" y="1135904"/>
                  <a:pt x="115388" y="1159043"/>
                </a:cubicBezTo>
                <a:cubicBezTo>
                  <a:pt x="116121" y="1155340"/>
                  <a:pt x="117370" y="1151777"/>
                  <a:pt x="119094" y="1148463"/>
                </a:cubicBezTo>
                <a:cubicBezTo>
                  <a:pt x="129121" y="1129214"/>
                  <a:pt x="152727" y="1122391"/>
                  <a:pt x="171824" y="1133224"/>
                </a:cubicBezTo>
                <a:cubicBezTo>
                  <a:pt x="254344" y="1161369"/>
                  <a:pt x="315458" y="1143220"/>
                  <a:pt x="376455" y="1137381"/>
                </a:cubicBezTo>
                <a:cubicBezTo>
                  <a:pt x="443775" y="1125614"/>
                  <a:pt x="382885" y="1083927"/>
                  <a:pt x="478946" y="1106011"/>
                </a:cubicBezTo>
                <a:cubicBezTo>
                  <a:pt x="481662" y="1085172"/>
                  <a:pt x="491731" y="1081489"/>
                  <a:pt x="512111" y="1085599"/>
                </a:cubicBezTo>
                <a:cubicBezTo>
                  <a:pt x="544368" y="1078502"/>
                  <a:pt x="526559" y="1032754"/>
                  <a:pt x="567875" y="1051976"/>
                </a:cubicBezTo>
                <a:cubicBezTo>
                  <a:pt x="553871" y="1028602"/>
                  <a:pt x="624901" y="1025930"/>
                  <a:pt x="601644" y="1003997"/>
                </a:cubicBezTo>
                <a:cubicBezTo>
                  <a:pt x="614803" y="975652"/>
                  <a:pt x="637415" y="1010272"/>
                  <a:pt x="651408" y="984938"/>
                </a:cubicBezTo>
                <a:cubicBezTo>
                  <a:pt x="673042" y="974024"/>
                  <a:pt x="646948" y="1015207"/>
                  <a:pt x="673197" y="1010060"/>
                </a:cubicBezTo>
                <a:cubicBezTo>
                  <a:pt x="703527" y="999318"/>
                  <a:pt x="718626" y="1045053"/>
                  <a:pt x="723108" y="980081"/>
                </a:cubicBezTo>
                <a:cubicBezTo>
                  <a:pt x="760262" y="985126"/>
                  <a:pt x="757827" y="957145"/>
                  <a:pt x="797699" y="931362"/>
                </a:cubicBezTo>
                <a:cubicBezTo>
                  <a:pt x="821097" y="940623"/>
                  <a:pt x="833565" y="929189"/>
                  <a:pt x="843359" y="910894"/>
                </a:cubicBezTo>
                <a:cubicBezTo>
                  <a:pt x="887668" y="902160"/>
                  <a:pt x="919738" y="869376"/>
                  <a:pt x="965215" y="846701"/>
                </a:cubicBezTo>
                <a:cubicBezTo>
                  <a:pt x="1023081" y="848019"/>
                  <a:pt x="1036422" y="800154"/>
                  <a:pt x="1085080" y="776086"/>
                </a:cubicBezTo>
                <a:cubicBezTo>
                  <a:pt x="1140763" y="795544"/>
                  <a:pt x="1110309" y="730471"/>
                  <a:pt x="1131224" y="706160"/>
                </a:cubicBezTo>
                <a:lnTo>
                  <a:pt x="1138051" y="702034"/>
                </a:lnTo>
                <a:lnTo>
                  <a:pt x="1158800" y="700004"/>
                </a:lnTo>
                <a:lnTo>
                  <a:pt x="1166947" y="700762"/>
                </a:lnTo>
                <a:cubicBezTo>
                  <a:pt x="1172432" y="700717"/>
                  <a:pt x="1175913" y="699961"/>
                  <a:pt x="1178135" y="698631"/>
                </a:cubicBezTo>
                <a:lnTo>
                  <a:pt x="1178301" y="698094"/>
                </a:lnTo>
                <a:lnTo>
                  <a:pt x="1188995" y="697048"/>
                </a:lnTo>
                <a:cubicBezTo>
                  <a:pt x="1207294" y="696390"/>
                  <a:pt x="1225337" y="696802"/>
                  <a:pt x="1242716" y="698052"/>
                </a:cubicBezTo>
                <a:cubicBezTo>
                  <a:pt x="1250387" y="668345"/>
                  <a:pt x="1318259" y="689091"/>
                  <a:pt x="1299977" y="639196"/>
                </a:cubicBezTo>
                <a:cubicBezTo>
                  <a:pt x="1323072" y="639367"/>
                  <a:pt x="1341279" y="658105"/>
                  <a:pt x="1326190" y="625955"/>
                </a:cubicBezTo>
                <a:cubicBezTo>
                  <a:pt x="1333572" y="625050"/>
                  <a:pt x="1337406" y="621362"/>
                  <a:pt x="1339600" y="616295"/>
                </a:cubicBezTo>
                <a:lnTo>
                  <a:pt x="1340054" y="614022"/>
                </a:lnTo>
                <a:lnTo>
                  <a:pt x="1391606" y="615229"/>
                </a:lnTo>
                <a:lnTo>
                  <a:pt x="1397565" y="611490"/>
                </a:lnTo>
                <a:lnTo>
                  <a:pt x="1432302" y="617267"/>
                </a:lnTo>
                <a:lnTo>
                  <a:pt x="1449644" y="617591"/>
                </a:lnTo>
                <a:lnTo>
                  <a:pt x="1455793" y="623174"/>
                </a:lnTo>
                <a:cubicBezTo>
                  <a:pt x="1461744" y="626151"/>
                  <a:pt x="1469373" y="626493"/>
                  <a:pt x="1480758" y="620863"/>
                </a:cubicBezTo>
                <a:lnTo>
                  <a:pt x="1483154" y="618527"/>
                </a:lnTo>
                <a:lnTo>
                  <a:pt x="1505495" y="624325"/>
                </a:lnTo>
                <a:cubicBezTo>
                  <a:pt x="1512992" y="627532"/>
                  <a:pt x="1520025" y="632078"/>
                  <a:pt x="1526340" y="638496"/>
                </a:cubicBezTo>
                <a:cubicBezTo>
                  <a:pt x="1586113" y="586768"/>
                  <a:pt x="1659006" y="610309"/>
                  <a:pt x="1731986" y="589682"/>
                </a:cubicBezTo>
                <a:cubicBezTo>
                  <a:pt x="1750397" y="523106"/>
                  <a:pt x="1896056" y="573257"/>
                  <a:pt x="1927935" y="628540"/>
                </a:cubicBezTo>
                <a:cubicBezTo>
                  <a:pt x="1912854" y="559823"/>
                  <a:pt x="2112261" y="676347"/>
                  <a:pt x="2039075" y="599964"/>
                </a:cubicBezTo>
                <a:cubicBezTo>
                  <a:pt x="2066036" y="601198"/>
                  <a:pt x="2086366" y="569532"/>
                  <a:pt x="2066980" y="550413"/>
                </a:cubicBezTo>
                <a:cubicBezTo>
                  <a:pt x="2155364" y="582582"/>
                  <a:pt x="2259548" y="514786"/>
                  <a:pt x="2352236" y="519602"/>
                </a:cubicBezTo>
                <a:cubicBezTo>
                  <a:pt x="2388450" y="459394"/>
                  <a:pt x="2373298" y="511682"/>
                  <a:pt x="2420791" y="492826"/>
                </a:cubicBezTo>
                <a:cubicBezTo>
                  <a:pt x="2417962" y="542563"/>
                  <a:pt x="2475071" y="455098"/>
                  <a:pt x="2489932" y="507864"/>
                </a:cubicBezTo>
                <a:cubicBezTo>
                  <a:pt x="2498105" y="502761"/>
                  <a:pt x="2505553" y="496153"/>
                  <a:pt x="2512917" y="489127"/>
                </a:cubicBezTo>
                <a:lnTo>
                  <a:pt x="2516783" y="485473"/>
                </a:lnTo>
                <a:lnTo>
                  <a:pt x="2534360" y="480064"/>
                </a:lnTo>
                <a:lnTo>
                  <a:pt x="2536691" y="467018"/>
                </a:lnTo>
                <a:lnTo>
                  <a:pt x="2561265" y="450623"/>
                </a:lnTo>
                <a:cubicBezTo>
                  <a:pt x="2570872" y="446262"/>
                  <a:pt x="2581686" y="443655"/>
                  <a:pt x="2594349" y="443884"/>
                </a:cubicBezTo>
                <a:cubicBezTo>
                  <a:pt x="2640435" y="464638"/>
                  <a:pt x="2696955" y="396361"/>
                  <a:pt x="2754324" y="424766"/>
                </a:cubicBezTo>
                <a:cubicBezTo>
                  <a:pt x="2775130" y="430896"/>
                  <a:pt x="2837731" y="423458"/>
                  <a:pt x="2848470" y="405966"/>
                </a:cubicBezTo>
                <a:cubicBezTo>
                  <a:pt x="2861295" y="401100"/>
                  <a:pt x="2876936" y="405309"/>
                  <a:pt x="2881772" y="387260"/>
                </a:cubicBezTo>
                <a:cubicBezTo>
                  <a:pt x="2890299" y="365261"/>
                  <a:pt x="2938134" y="392997"/>
                  <a:pt x="2929932" y="368912"/>
                </a:cubicBezTo>
                <a:cubicBezTo>
                  <a:pt x="2963844" y="387799"/>
                  <a:pt x="2986550" y="341223"/>
                  <a:pt x="3013020" y="327578"/>
                </a:cubicBezTo>
                <a:cubicBezTo>
                  <a:pt x="3040041" y="346996"/>
                  <a:pt x="3068934" y="299222"/>
                  <a:pt x="3127968" y="287613"/>
                </a:cubicBezTo>
                <a:cubicBezTo>
                  <a:pt x="3157770" y="310215"/>
                  <a:pt x="3167695" y="279445"/>
                  <a:pt x="3222191" y="307887"/>
                </a:cubicBezTo>
                <a:cubicBezTo>
                  <a:pt x="3223593" y="304249"/>
                  <a:pt x="3225533" y="300801"/>
                  <a:pt x="3227953" y="297650"/>
                </a:cubicBezTo>
                <a:cubicBezTo>
                  <a:pt x="3242008" y="279345"/>
                  <a:pt x="3268831" y="274825"/>
                  <a:pt x="3287859" y="287558"/>
                </a:cubicBezTo>
                <a:cubicBezTo>
                  <a:pt x="3373144" y="323866"/>
                  <a:pt x="3442657" y="311681"/>
                  <a:pt x="3510042" y="311820"/>
                </a:cubicBezTo>
                <a:cubicBezTo>
                  <a:pt x="3585274" y="306641"/>
                  <a:pt x="3525753" y="258887"/>
                  <a:pt x="3626773" y="290452"/>
                </a:cubicBezTo>
                <a:cubicBezTo>
                  <a:pt x="3633124" y="269835"/>
                  <a:pt x="3644693" y="267134"/>
                  <a:pt x="3666217" y="273255"/>
                </a:cubicBezTo>
                <a:cubicBezTo>
                  <a:pt x="3702502" y="269310"/>
                  <a:pt x="3690563" y="221720"/>
                  <a:pt x="3732427" y="245039"/>
                </a:cubicBezTo>
                <a:cubicBezTo>
                  <a:pt x="3720985" y="220241"/>
                  <a:pt x="3798776" y="224539"/>
                  <a:pt x="3777022" y="200276"/>
                </a:cubicBezTo>
                <a:cubicBezTo>
                  <a:pt x="3781759" y="193499"/>
                  <a:pt x="3786499" y="190723"/>
                  <a:pt x="3791246" y="189996"/>
                </a:cubicBezTo>
                <a:cubicBezTo>
                  <a:pt x="3800740" y="188542"/>
                  <a:pt x="3810265" y="195284"/>
                  <a:pt x="3819864" y="194605"/>
                </a:cubicBezTo>
                <a:lnTo>
                  <a:pt x="3830398" y="188383"/>
                </a:lnTo>
                <a:lnTo>
                  <a:pt x="3834360" y="188992"/>
                </a:lnTo>
                <a:lnTo>
                  <a:pt x="3843715" y="188752"/>
                </a:lnTo>
                <a:lnTo>
                  <a:pt x="3842609" y="197386"/>
                </a:lnTo>
                <a:cubicBezTo>
                  <a:pt x="3840673" y="205638"/>
                  <a:pt x="3839248" y="214671"/>
                  <a:pt x="3853961" y="213380"/>
                </a:cubicBezTo>
                <a:cubicBezTo>
                  <a:pt x="3884396" y="206569"/>
                  <a:pt x="3895082" y="241941"/>
                  <a:pt x="3907640" y="207568"/>
                </a:cubicBezTo>
                <a:lnTo>
                  <a:pt x="3910449" y="197808"/>
                </a:lnTo>
                <a:lnTo>
                  <a:pt x="3917197" y="196121"/>
                </a:lnTo>
                <a:cubicBezTo>
                  <a:pt x="3920833" y="196372"/>
                  <a:pt x="3922919" y="198717"/>
                  <a:pt x="3922400" y="205056"/>
                </a:cubicBezTo>
                <a:cubicBezTo>
                  <a:pt x="3950680" y="178467"/>
                  <a:pt x="3984062" y="218098"/>
                  <a:pt x="4013061" y="224874"/>
                </a:cubicBezTo>
                <a:cubicBezTo>
                  <a:pt x="4034530" y="199451"/>
                  <a:pt x="4074202" y="238734"/>
                  <a:pt x="4134285" y="235592"/>
                </a:cubicBezTo>
                <a:cubicBezTo>
                  <a:pt x="4157674" y="206403"/>
                  <a:pt x="4174806" y="233822"/>
                  <a:pt x="4220717" y="192946"/>
                </a:cubicBezTo>
                <a:cubicBezTo>
                  <a:pt x="4222964" y="196132"/>
                  <a:pt x="4225687" y="199002"/>
                  <a:pt x="4228802" y="201468"/>
                </a:cubicBezTo>
                <a:cubicBezTo>
                  <a:pt x="4246898" y="215792"/>
                  <a:pt x="4274013" y="213632"/>
                  <a:pt x="4289361" y="196642"/>
                </a:cubicBezTo>
                <a:cubicBezTo>
                  <a:pt x="4363212" y="140627"/>
                  <a:pt x="4433598" y="135488"/>
                  <a:pt x="4498913" y="118915"/>
                </a:cubicBezTo>
                <a:cubicBezTo>
                  <a:pt x="4573135" y="105586"/>
                  <a:pt x="4527062" y="166416"/>
                  <a:pt x="4617330" y="111163"/>
                </a:cubicBezTo>
                <a:cubicBezTo>
                  <a:pt x="4628518" y="129608"/>
                  <a:pt x="4640397" y="129405"/>
                  <a:pt x="4659778" y="118219"/>
                </a:cubicBezTo>
                <a:cubicBezTo>
                  <a:pt x="4695929" y="113193"/>
                  <a:pt x="4695958" y="162259"/>
                  <a:pt x="4730870" y="129432"/>
                </a:cubicBezTo>
                <a:cubicBezTo>
                  <a:pt x="4725822" y="156271"/>
                  <a:pt x="4800214" y="133127"/>
                  <a:pt x="4785037" y="161964"/>
                </a:cubicBezTo>
                <a:cubicBezTo>
                  <a:pt x="4810025" y="183633"/>
                  <a:pt x="4819434" y="143205"/>
                  <a:pt x="4844073" y="161768"/>
                </a:cubicBezTo>
                <a:cubicBezTo>
                  <a:pt x="4870797" y="164132"/>
                  <a:pt x="4827288" y="135164"/>
                  <a:pt x="4856454" y="130488"/>
                </a:cubicBezTo>
                <a:cubicBezTo>
                  <a:pt x="4892086" y="129553"/>
                  <a:pt x="4889263" y="81477"/>
                  <a:pt x="4920038" y="140418"/>
                </a:cubicBezTo>
                <a:cubicBezTo>
                  <a:pt x="4956358" y="122308"/>
                  <a:pt x="4965108" y="149263"/>
                  <a:pt x="5016639" y="158905"/>
                </a:cubicBezTo>
                <a:cubicBezTo>
                  <a:pt x="5037063" y="141828"/>
                  <a:pt x="5054534" y="147986"/>
                  <a:pt x="5072009" y="161502"/>
                </a:cubicBezTo>
                <a:cubicBezTo>
                  <a:pt x="5121260" y="153653"/>
                  <a:pt x="5167555" y="172635"/>
                  <a:pt x="5223626" y="177356"/>
                </a:cubicBezTo>
                <a:cubicBezTo>
                  <a:pt x="5282824" y="155243"/>
                  <a:pt x="5315859" y="195041"/>
                  <a:pt x="5375773" y="199913"/>
                </a:cubicBezTo>
                <a:cubicBezTo>
                  <a:pt x="5432511" y="156218"/>
                  <a:pt x="5417550" y="256036"/>
                  <a:pt x="5467502" y="250963"/>
                </a:cubicBezTo>
                <a:cubicBezTo>
                  <a:pt x="5547124" y="209975"/>
                  <a:pt x="5467171" y="283839"/>
                  <a:pt x="5592395" y="265434"/>
                </a:cubicBezTo>
                <a:cubicBezTo>
                  <a:pt x="5599201" y="258867"/>
                  <a:pt x="5614752" y="264706"/>
                  <a:pt x="5613532" y="273379"/>
                </a:cubicBezTo>
                <a:cubicBezTo>
                  <a:pt x="5621390" y="270408"/>
                  <a:pt x="5639720" y="253173"/>
                  <a:pt x="5642173" y="266904"/>
                </a:cubicBezTo>
                <a:cubicBezTo>
                  <a:pt x="5682296" y="267049"/>
                  <a:pt x="5721812" y="257513"/>
                  <a:pt x="5756910" y="239211"/>
                </a:cubicBezTo>
                <a:cubicBezTo>
                  <a:pt x="5834998" y="260050"/>
                  <a:pt x="5790596" y="197229"/>
                  <a:pt x="5846667" y="201786"/>
                </a:cubicBezTo>
                <a:cubicBezTo>
                  <a:pt x="5892444" y="227312"/>
                  <a:pt x="5908324" y="204527"/>
                  <a:pt x="5960732" y="220708"/>
                </a:cubicBezTo>
                <a:cubicBezTo>
                  <a:pt x="5977124" y="175349"/>
                  <a:pt x="6009640" y="223654"/>
                  <a:pt x="6029542" y="210339"/>
                </a:cubicBezTo>
                <a:cubicBezTo>
                  <a:pt x="6063108" y="261420"/>
                  <a:pt x="6107411" y="160034"/>
                  <a:pt x="6141123" y="159923"/>
                </a:cubicBezTo>
                <a:cubicBezTo>
                  <a:pt x="6198068" y="167749"/>
                  <a:pt x="6260628" y="219715"/>
                  <a:pt x="6290640" y="167441"/>
                </a:cubicBezTo>
                <a:cubicBezTo>
                  <a:pt x="6295193" y="188689"/>
                  <a:pt x="6290494" y="217816"/>
                  <a:pt x="6322806" y="213293"/>
                </a:cubicBezTo>
                <a:cubicBezTo>
                  <a:pt x="6335911" y="223881"/>
                  <a:pt x="6338726" y="256581"/>
                  <a:pt x="6364914" y="240140"/>
                </a:cubicBezTo>
                <a:cubicBezTo>
                  <a:pt x="6331888" y="211628"/>
                  <a:pt x="6385856" y="207033"/>
                  <a:pt x="6380420" y="173195"/>
                </a:cubicBezTo>
                <a:cubicBezTo>
                  <a:pt x="6420580" y="151473"/>
                  <a:pt x="6513519" y="179296"/>
                  <a:pt x="6507891" y="118474"/>
                </a:cubicBezTo>
                <a:cubicBezTo>
                  <a:pt x="6519398" y="82452"/>
                  <a:pt x="6571830" y="137398"/>
                  <a:pt x="6571807" y="98636"/>
                </a:cubicBezTo>
                <a:cubicBezTo>
                  <a:pt x="6594702" y="123421"/>
                  <a:pt x="6634676" y="82071"/>
                  <a:pt x="6671880" y="82931"/>
                </a:cubicBezTo>
                <a:cubicBezTo>
                  <a:pt x="6678855" y="65407"/>
                  <a:pt x="6687415" y="66196"/>
                  <a:pt x="6702266" y="75470"/>
                </a:cubicBezTo>
                <a:cubicBezTo>
                  <a:pt x="6747004" y="78450"/>
                  <a:pt x="6798307" y="53072"/>
                  <a:pt x="6845802" y="2449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306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9A7F3BF-8763-4074-AD77-92790AF314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D23156B-FDF1-CEBA-B004-6CACCD3A3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9356106" cy="1200329"/>
          </a:xfrm>
        </p:spPr>
        <p:txBody>
          <a:bodyPr anchor="t">
            <a:normAutofit/>
          </a:bodyPr>
          <a:lstStyle/>
          <a:p>
            <a:r>
              <a:rPr lang="pt-PT" sz="3800" b="1"/>
              <a:t>O Que Conseguimos</a:t>
            </a:r>
            <a:br>
              <a:rPr lang="pt-PT" sz="3800"/>
            </a:br>
            <a:endParaRPr lang="pt-PT" sz="380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A9648D6-B41B-42D0-A817-AE2607B0B5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994200" y="554152"/>
            <a:ext cx="574177" cy="1075866"/>
            <a:chOff x="10994200" y="554152"/>
            <a:chExt cx="574177" cy="1075866"/>
          </a:xfrm>
        </p:grpSpPr>
        <p:sp>
          <p:nvSpPr>
            <p:cNvPr id="21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013369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solidFill>
              <a:schemeClr val="accent2"/>
            </a:solidFill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55951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solidFill>
              <a:schemeClr val="accent2"/>
            </a:solidFill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94200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solidFill>
              <a:schemeClr val="accent2"/>
            </a:solidFill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2362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Marcador de Posição de Conteúdo 2">
            <a:extLst>
              <a:ext uri="{FF2B5EF4-FFF2-40B4-BE49-F238E27FC236}">
                <a16:creationId xmlns:a16="http://schemas.microsoft.com/office/drawing/2014/main" id="{A9711922-C53F-B492-8B0E-DCDDE7E6AE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53440146"/>
              </p:ext>
            </p:extLst>
          </p:nvPr>
        </p:nvGraphicFramePr>
        <p:xfrm>
          <a:off x="962527" y="1260909"/>
          <a:ext cx="9827391" cy="49589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28347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63B6387-8F47-591C-A6F5-085A0C337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594707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pt-PT" sz="3600">
                <a:solidFill>
                  <a:schemeClr val="tx2"/>
                </a:solidFill>
              </a:rPr>
              <a:t>Conclusão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581EC128-FACD-0648-0F03-EC77B7F273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3329677"/>
            <a:ext cx="9833548" cy="24572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PT" sz="1800" i="1">
                <a:solidFill>
                  <a:schemeClr val="tx2"/>
                </a:solidFill>
              </a:rPr>
              <a:t>Uma solução EAI resiliente, extensível e pronta para escalar com novos domínios de negócio</a:t>
            </a:r>
            <a:endParaRPr lang="pt-PT" sz="180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pt-PT" sz="1800">
              <a:solidFill>
                <a:schemeClr val="tx2"/>
              </a:solidFill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11522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5219498-D544-41AC-98FE-8F956EF66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500DBFC-17A9-4E0A-AEE2-A49F9AEEF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A3FFE1D-8F92-D21D-545E-F0351A7EC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267832"/>
            <a:ext cx="4805996" cy="129711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Obrigado!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74613BB-817C-4C4F-8A24-4936F2F06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01023" y="52996"/>
            <a:ext cx="6093363" cy="6805005"/>
            <a:chOff x="6101023" y="52996"/>
            <a:chExt cx="6093363" cy="6805005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26C820D-9A01-44F0-AE18-C2DAB089B8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3517682 w 5890490"/>
                <a:gd name="connsiteY0" fmla="*/ 0 h 6578439"/>
                <a:gd name="connsiteX1" fmla="*/ 5849513 w 5890490"/>
                <a:gd name="connsiteY1" fmla="*/ 841730 h 6578439"/>
                <a:gd name="connsiteX2" fmla="*/ 5890490 w 5890490"/>
                <a:gd name="connsiteY2" fmla="*/ 879060 h 6578439"/>
                <a:gd name="connsiteX3" fmla="*/ 5890490 w 5890490"/>
                <a:gd name="connsiteY3" fmla="*/ 1816052 h 6578439"/>
                <a:gd name="connsiteX4" fmla="*/ 5856961 w 5890490"/>
                <a:gd name="connsiteY4" fmla="*/ 1771023 h 6578439"/>
                <a:gd name="connsiteX5" fmla="*/ 5655397 w 5890490"/>
                <a:gd name="connsiteY5" fmla="*/ 1548813 h 6578439"/>
                <a:gd name="connsiteX6" fmla="*/ 3517682 w 5890490"/>
                <a:gd name="connsiteY6" fmla="*/ 658717 h 6578439"/>
                <a:gd name="connsiteX7" fmla="*/ 2395696 w 5890490"/>
                <a:gd name="connsiteY7" fmla="*/ 850721 h 6578439"/>
                <a:gd name="connsiteX8" fmla="*/ 1519955 w 5890490"/>
                <a:gd name="connsiteY8" fmla="*/ 1450441 h 6578439"/>
                <a:gd name="connsiteX9" fmla="*/ 1223630 w 5890490"/>
                <a:gd name="connsiteY9" fmla="*/ 1841430 h 6578439"/>
                <a:gd name="connsiteX10" fmla="*/ 1075857 w 5890490"/>
                <a:gd name="connsiteY10" fmla="*/ 2329343 h 6578439"/>
                <a:gd name="connsiteX11" fmla="*/ 731010 w 5890490"/>
                <a:gd name="connsiteY11" fmla="*/ 3483744 h 6578439"/>
                <a:gd name="connsiteX12" fmla="*/ 741000 w 5890490"/>
                <a:gd name="connsiteY12" fmla="*/ 4479719 h 6578439"/>
                <a:gd name="connsiteX13" fmla="*/ 1315615 w 5890490"/>
                <a:gd name="connsiteY13" fmla="*/ 5443827 h 6578439"/>
                <a:gd name="connsiteX14" fmla="*/ 2277503 w 5890490"/>
                <a:gd name="connsiteY14" fmla="*/ 6259386 h 6578439"/>
                <a:gd name="connsiteX15" fmla="*/ 3439448 w 5890490"/>
                <a:gd name="connsiteY15" fmla="*/ 6551739 h 6578439"/>
                <a:gd name="connsiteX16" fmla="*/ 4408732 w 5890490"/>
                <a:gd name="connsiteY16" fmla="*/ 6255172 h 6578439"/>
                <a:gd name="connsiteX17" fmla="*/ 5343243 w 5890490"/>
                <a:gd name="connsiteY17" fmla="*/ 5442509 h 6578439"/>
                <a:gd name="connsiteX18" fmla="*/ 5745566 w 5890490"/>
                <a:gd name="connsiteY18" fmla="*/ 5056656 h 6578439"/>
                <a:gd name="connsiteX19" fmla="*/ 5890490 w 5890490"/>
                <a:gd name="connsiteY19" fmla="*/ 4920880 h 6578439"/>
                <a:gd name="connsiteX20" fmla="*/ 5890490 w 5890490"/>
                <a:gd name="connsiteY20" fmla="*/ 5821966 h 6578439"/>
                <a:gd name="connsiteX21" fmla="*/ 5802002 w 5890490"/>
                <a:gd name="connsiteY21" fmla="*/ 5907904 h 6578439"/>
                <a:gd name="connsiteX22" fmla="*/ 5294358 w 5890490"/>
                <a:gd name="connsiteY22" fmla="*/ 6397505 h 6578439"/>
                <a:gd name="connsiteX23" fmla="*/ 5077178 w 5890490"/>
                <a:gd name="connsiteY23" fmla="*/ 6578439 h 6578439"/>
                <a:gd name="connsiteX24" fmla="*/ 1567290 w 5890490"/>
                <a:gd name="connsiteY24" fmla="*/ 6578439 h 6578439"/>
                <a:gd name="connsiteX25" fmla="*/ 1508588 w 5890490"/>
                <a:gd name="connsiteY25" fmla="*/ 6535186 h 6578439"/>
                <a:gd name="connsiteX26" fmla="*/ 826498 w 5890490"/>
                <a:gd name="connsiteY26" fmla="*/ 5876034 h 6578439"/>
                <a:gd name="connsiteX27" fmla="*/ 122403 w 5890490"/>
                <a:gd name="connsiteY27" fmla="*/ 3255655 h 6578439"/>
                <a:gd name="connsiteX28" fmla="*/ 1061197 w 5890490"/>
                <a:gd name="connsiteY28" fmla="*/ 984650 h 6578439"/>
                <a:gd name="connsiteX29" fmla="*/ 3517682 w 5890490"/>
                <a:gd name="connsiteY29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890490" h="6578439">
                  <a:moveTo>
                    <a:pt x="3517682" y="0"/>
                  </a:moveTo>
                  <a:cubicBezTo>
                    <a:pt x="4402016" y="0"/>
                    <a:pt x="5213741" y="315483"/>
                    <a:pt x="5849513" y="841730"/>
                  </a:cubicBezTo>
                  <a:lnTo>
                    <a:pt x="5890490" y="879060"/>
                  </a:lnTo>
                  <a:lnTo>
                    <a:pt x="5890490" y="1816052"/>
                  </a:lnTo>
                  <a:lnTo>
                    <a:pt x="5856961" y="1771023"/>
                  </a:lnTo>
                  <a:cubicBezTo>
                    <a:pt x="5793650" y="1694076"/>
                    <a:pt x="5726429" y="1619959"/>
                    <a:pt x="5655397" y="1548813"/>
                  </a:cubicBezTo>
                  <a:cubicBezTo>
                    <a:pt x="5082208" y="974906"/>
                    <a:pt x="4322973" y="658717"/>
                    <a:pt x="3517682" y="658717"/>
                  </a:cubicBezTo>
                  <a:cubicBezTo>
                    <a:pt x="3085520" y="658717"/>
                    <a:pt x="2718488" y="721533"/>
                    <a:pt x="2395696" y="850721"/>
                  </a:cubicBezTo>
                  <a:cubicBezTo>
                    <a:pt x="2079132" y="977407"/>
                    <a:pt x="1792668" y="1173626"/>
                    <a:pt x="1519955" y="1450441"/>
                  </a:cubicBezTo>
                  <a:cubicBezTo>
                    <a:pt x="1330275" y="1642840"/>
                    <a:pt x="1263719" y="1756094"/>
                    <a:pt x="1223630" y="1841430"/>
                  </a:cubicBezTo>
                  <a:cubicBezTo>
                    <a:pt x="1166545" y="1962981"/>
                    <a:pt x="1128532" y="2116663"/>
                    <a:pt x="1075857" y="2329343"/>
                  </a:cubicBezTo>
                  <a:cubicBezTo>
                    <a:pt x="1008652" y="2601153"/>
                    <a:pt x="916537" y="2973574"/>
                    <a:pt x="731010" y="3483744"/>
                  </a:cubicBezTo>
                  <a:cubicBezTo>
                    <a:pt x="617488" y="3795981"/>
                    <a:pt x="620731" y="4121653"/>
                    <a:pt x="741000" y="4479719"/>
                  </a:cubicBezTo>
                  <a:cubicBezTo>
                    <a:pt x="847257" y="4796172"/>
                    <a:pt x="1045888" y="5129481"/>
                    <a:pt x="1315615" y="5443827"/>
                  </a:cubicBezTo>
                  <a:cubicBezTo>
                    <a:pt x="1630753" y="5810980"/>
                    <a:pt x="1945371" y="6077784"/>
                    <a:pt x="2277503" y="6259386"/>
                  </a:cubicBezTo>
                  <a:cubicBezTo>
                    <a:pt x="2637530" y="6456133"/>
                    <a:pt x="3017536" y="6551739"/>
                    <a:pt x="3439448" y="6551739"/>
                  </a:cubicBezTo>
                  <a:cubicBezTo>
                    <a:pt x="3781571" y="6551739"/>
                    <a:pt x="4089573" y="6457449"/>
                    <a:pt x="4408732" y="6255172"/>
                  </a:cubicBezTo>
                  <a:cubicBezTo>
                    <a:pt x="4738010" y="6046310"/>
                    <a:pt x="5050941" y="5739207"/>
                    <a:pt x="5343243" y="5442509"/>
                  </a:cubicBezTo>
                  <a:cubicBezTo>
                    <a:pt x="5479860" y="5303970"/>
                    <a:pt x="5614918" y="5178206"/>
                    <a:pt x="5745566" y="5056656"/>
                  </a:cubicBezTo>
                  <a:lnTo>
                    <a:pt x="5890490" y="4920880"/>
                  </a:lnTo>
                  <a:lnTo>
                    <a:pt x="5890490" y="5821966"/>
                  </a:lnTo>
                  <a:lnTo>
                    <a:pt x="5802002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58B604F-996E-4349-B131-E04ED285D8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5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27CCEAF3-651B-4605-AE58-F96E227036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3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/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D519330-E5F1-4248-B58C-1AA0D9E6DA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7" name="Graphic 6" descr="Smiling Face with No Fill">
            <a:extLst>
              <a:ext uri="{FF2B5EF4-FFF2-40B4-BE49-F238E27FC236}">
                <a16:creationId xmlns:a16="http://schemas.microsoft.com/office/drawing/2014/main" id="{3C06B419-0507-2D09-65DA-699D831BF7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29652" y="1859078"/>
            <a:ext cx="3821102" cy="382110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009148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318</Words>
  <Application>Microsoft Office PowerPoint</Application>
  <PresentationFormat>Ecrã Panorâmico</PresentationFormat>
  <Paragraphs>60</Paragraphs>
  <Slides>12</Slides>
  <Notes>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Helvetica Neue Medium</vt:lpstr>
      <vt:lpstr>Tema do Office</vt:lpstr>
      <vt:lpstr>PROJETO DE INTEGRAÇÃO DE SISTEMAS MOODLE E MODULO ACADÉMICO SII </vt:lpstr>
      <vt:lpstr>Apresentação do PowerPoint</vt:lpstr>
      <vt:lpstr>O Problema</vt:lpstr>
      <vt:lpstr>Arquitetura da Solução</vt:lpstr>
      <vt:lpstr>Componentes Principais </vt:lpstr>
      <vt:lpstr>Topologia de Mensagens</vt:lpstr>
      <vt:lpstr> Rotas Camel (Orquestração)</vt:lpstr>
      <vt:lpstr>MoodleService Métodos Principais</vt:lpstr>
      <vt:lpstr>Casos de Estudo</vt:lpstr>
      <vt:lpstr>O Que Conseguimos </vt:lpstr>
      <vt:lpstr>Conclusão</vt:lpstr>
      <vt:lpstr>Obrigado!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António Monteiro</dc:creator>
  <cp:lastModifiedBy>António Monteiro</cp:lastModifiedBy>
  <cp:revision>1</cp:revision>
  <dcterms:created xsi:type="dcterms:W3CDTF">2026-02-02T16:48:55Z</dcterms:created>
  <dcterms:modified xsi:type="dcterms:W3CDTF">2026-02-02T17:40:18Z</dcterms:modified>
</cp:coreProperties>
</file>