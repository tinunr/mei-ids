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5" r:id="rId6"/>
    <p:sldId id="268" r:id="rId7"/>
    <p:sldId id="267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3F858F-70DA-40BD-9F88-624C50785F70}" type="doc">
      <dgm:prSet loTypeId="urn:microsoft.com/office/officeart/2018/2/layout/IconCircle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0A39543-9195-45F6-83A0-65B014C295AD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dirty="0"/>
            <a:t>Arquitetura EAI funcional e reprodutível</a:t>
          </a:r>
          <a:endParaRPr lang="en-US" dirty="0"/>
        </a:p>
      </dgm:t>
    </dgm:pt>
    <dgm:pt modelId="{DC9AA436-49C0-4DD2-A84C-7369BB2BCFC6}" type="parTrans" cxnId="{09635476-C5F1-4CAE-A344-83DDB09FAF99}">
      <dgm:prSet/>
      <dgm:spPr/>
      <dgm:t>
        <a:bodyPr/>
        <a:lstStyle/>
        <a:p>
          <a:endParaRPr lang="en-US"/>
        </a:p>
      </dgm:t>
    </dgm:pt>
    <dgm:pt modelId="{AB2CFA17-297E-4B36-84C8-91F96AC87986}" type="sibTrans" cxnId="{09635476-C5F1-4CAE-A344-83DDB09FAF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87FF687-F059-4434-8085-E92B5F3EDC46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 Desacoplamento via Message Broker (RabbitMQ)</a:t>
          </a:r>
          <a:endParaRPr lang="en-US"/>
        </a:p>
      </dgm:t>
    </dgm:pt>
    <dgm:pt modelId="{E238EC8F-2CDC-47B4-8159-751DDF881380}" type="parTrans" cxnId="{17322112-176A-455C-A4BD-73DE6A215A6C}">
      <dgm:prSet/>
      <dgm:spPr/>
      <dgm:t>
        <a:bodyPr/>
        <a:lstStyle/>
        <a:p>
          <a:endParaRPr lang="en-US"/>
        </a:p>
      </dgm:t>
    </dgm:pt>
    <dgm:pt modelId="{AAE079BB-ECC6-4ECF-BF48-7BE14D7889D0}" type="sibTrans" cxnId="{17322112-176A-455C-A4BD-73DE6A215A6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F109990-7287-4879-9F08-66C4FDBDF8FF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Orquestração de fluxos complexos (Apache Camel)</a:t>
          </a:r>
          <a:endParaRPr lang="en-US"/>
        </a:p>
      </dgm:t>
    </dgm:pt>
    <dgm:pt modelId="{E6D8AC0A-567E-49D2-B323-495A5E7EBAE2}" type="parTrans" cxnId="{57B49CC6-B4B9-44C3-8EA5-3F55300A47BD}">
      <dgm:prSet/>
      <dgm:spPr/>
      <dgm:t>
        <a:bodyPr/>
        <a:lstStyle/>
        <a:p>
          <a:endParaRPr lang="en-US"/>
        </a:p>
      </dgm:t>
    </dgm:pt>
    <dgm:pt modelId="{38CD5CB5-0AAB-43B9-974B-F4ED3193EDA5}" type="sibTrans" cxnId="{57B49CC6-B4B9-44C3-8EA5-3F55300A47B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E5AF276-9B4F-4DD4-8140-FC9FFB9C2930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 Integração REST com Moodle</a:t>
          </a:r>
          <a:endParaRPr lang="en-US"/>
        </a:p>
      </dgm:t>
    </dgm:pt>
    <dgm:pt modelId="{BE56AB1C-8BD2-44E2-836F-A1C19AEA5D06}" type="parTrans" cxnId="{B0A36292-01F6-4B76-818F-529C95ACFA9D}">
      <dgm:prSet/>
      <dgm:spPr/>
      <dgm:t>
        <a:bodyPr/>
        <a:lstStyle/>
        <a:p>
          <a:endParaRPr lang="en-US"/>
        </a:p>
      </dgm:t>
    </dgm:pt>
    <dgm:pt modelId="{900A2C14-A7CE-434D-8BD4-DC9C29F3BCBB}" type="sibTrans" cxnId="{B0A36292-01F6-4B76-818F-529C95ACFA9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26B63A8-C7B6-4610-AD3A-9F2C9773370A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 Preparado para extensão com novos módulos</a:t>
          </a:r>
          <a:endParaRPr lang="en-US"/>
        </a:p>
      </dgm:t>
    </dgm:pt>
    <dgm:pt modelId="{E6251A89-9BD4-4B0B-9FBC-4E62D5A4B75C}" type="parTrans" cxnId="{31332340-F5B3-42C5-80A3-4451B2D55C7F}">
      <dgm:prSet/>
      <dgm:spPr/>
      <dgm:t>
        <a:bodyPr/>
        <a:lstStyle/>
        <a:p>
          <a:endParaRPr lang="en-US"/>
        </a:p>
      </dgm:t>
    </dgm:pt>
    <dgm:pt modelId="{C1121B45-21B4-43AF-8841-008D1EA60268}" type="sibTrans" cxnId="{31332340-F5B3-42C5-80A3-4451B2D55C7F}">
      <dgm:prSet/>
      <dgm:spPr/>
      <dgm:t>
        <a:bodyPr/>
        <a:lstStyle/>
        <a:p>
          <a:endParaRPr lang="en-US"/>
        </a:p>
      </dgm:t>
    </dgm:pt>
    <dgm:pt modelId="{912C2A1D-8120-4407-AFEC-D8FCEB7765FE}" type="pres">
      <dgm:prSet presAssocID="{483F858F-70DA-40BD-9F88-624C50785F70}" presName="root" presStyleCnt="0">
        <dgm:presLayoutVars>
          <dgm:dir/>
          <dgm:resizeHandles val="exact"/>
        </dgm:presLayoutVars>
      </dgm:prSet>
      <dgm:spPr/>
    </dgm:pt>
    <dgm:pt modelId="{4CDB4594-E377-45FF-A47E-2B527BAFA6B9}" type="pres">
      <dgm:prSet presAssocID="{483F858F-70DA-40BD-9F88-624C50785F70}" presName="container" presStyleCnt="0">
        <dgm:presLayoutVars>
          <dgm:dir/>
          <dgm:resizeHandles val="exact"/>
        </dgm:presLayoutVars>
      </dgm:prSet>
      <dgm:spPr/>
    </dgm:pt>
    <dgm:pt modelId="{A7A0230A-B2C5-4A42-BF7B-F019520A0DF8}" type="pres">
      <dgm:prSet presAssocID="{70A39543-9195-45F6-83A0-65B014C295AD}" presName="compNode" presStyleCnt="0"/>
      <dgm:spPr/>
    </dgm:pt>
    <dgm:pt modelId="{1D4E271B-4C19-43BF-815D-553B6DF726FD}" type="pres">
      <dgm:prSet presAssocID="{70A39543-9195-45F6-83A0-65B014C295AD}" presName="iconBgRect" presStyleLbl="bgShp" presStyleIdx="0" presStyleCnt="5"/>
      <dgm:spPr/>
    </dgm:pt>
    <dgm:pt modelId="{ECF217FA-04DC-4C53-A6B7-7F0D523887DA}" type="pres">
      <dgm:prSet presAssocID="{70A39543-9195-45F6-83A0-65B014C295A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 de Dados"/>
        </a:ext>
      </dgm:extLst>
    </dgm:pt>
    <dgm:pt modelId="{5021393C-7CB5-45C9-8D66-28F132A84DBA}" type="pres">
      <dgm:prSet presAssocID="{70A39543-9195-45F6-83A0-65B014C295AD}" presName="spaceRect" presStyleCnt="0"/>
      <dgm:spPr/>
    </dgm:pt>
    <dgm:pt modelId="{B735E35B-DE6E-4E59-B1D3-7E7064E088A8}" type="pres">
      <dgm:prSet presAssocID="{70A39543-9195-45F6-83A0-65B014C295AD}" presName="textRect" presStyleLbl="revTx" presStyleIdx="0" presStyleCnt="5">
        <dgm:presLayoutVars>
          <dgm:chMax val="1"/>
          <dgm:chPref val="1"/>
        </dgm:presLayoutVars>
      </dgm:prSet>
      <dgm:spPr/>
    </dgm:pt>
    <dgm:pt modelId="{3BFFB4E4-5AED-461E-A233-9D2C7801D664}" type="pres">
      <dgm:prSet presAssocID="{AB2CFA17-297E-4B36-84C8-91F96AC87986}" presName="sibTrans" presStyleLbl="sibTrans2D1" presStyleIdx="0" presStyleCnt="0"/>
      <dgm:spPr/>
    </dgm:pt>
    <dgm:pt modelId="{C1C3FA71-EFA3-4735-A5A8-5EB84B9E2321}" type="pres">
      <dgm:prSet presAssocID="{687FF687-F059-4434-8085-E92B5F3EDC46}" presName="compNode" presStyleCnt="0"/>
      <dgm:spPr/>
    </dgm:pt>
    <dgm:pt modelId="{DA616661-CD51-4F8C-A22E-3E815B4BF6DA}" type="pres">
      <dgm:prSet presAssocID="{687FF687-F059-4434-8085-E92B5F3EDC46}" presName="iconBgRect" presStyleLbl="bgShp" presStyleIdx="1" presStyleCnt="5"/>
      <dgm:spPr/>
    </dgm:pt>
    <dgm:pt modelId="{0A1CFA71-3168-422B-98FE-ED8FA7BAA8C1}" type="pres">
      <dgm:prSet presAssocID="{687FF687-F059-4434-8085-E92B5F3EDC4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6CF0205D-01EF-41FD-B1A0-CDFE40E5A352}" type="pres">
      <dgm:prSet presAssocID="{687FF687-F059-4434-8085-E92B5F3EDC46}" presName="spaceRect" presStyleCnt="0"/>
      <dgm:spPr/>
    </dgm:pt>
    <dgm:pt modelId="{6FB7B7C5-4983-4D2D-A2C6-9FA63F2FF6E5}" type="pres">
      <dgm:prSet presAssocID="{687FF687-F059-4434-8085-E92B5F3EDC46}" presName="textRect" presStyleLbl="revTx" presStyleIdx="1" presStyleCnt="5">
        <dgm:presLayoutVars>
          <dgm:chMax val="1"/>
          <dgm:chPref val="1"/>
        </dgm:presLayoutVars>
      </dgm:prSet>
      <dgm:spPr/>
    </dgm:pt>
    <dgm:pt modelId="{C154D2EE-93BC-40E5-98D9-1ECBACC73ADE}" type="pres">
      <dgm:prSet presAssocID="{AAE079BB-ECC6-4ECF-BF48-7BE14D7889D0}" presName="sibTrans" presStyleLbl="sibTrans2D1" presStyleIdx="0" presStyleCnt="0"/>
      <dgm:spPr/>
    </dgm:pt>
    <dgm:pt modelId="{392F6E02-DF65-409F-B672-73F4EA4114D3}" type="pres">
      <dgm:prSet presAssocID="{6F109990-7287-4879-9F08-66C4FDBDF8FF}" presName="compNode" presStyleCnt="0"/>
      <dgm:spPr/>
    </dgm:pt>
    <dgm:pt modelId="{328F64DD-89EB-48E3-8EBB-C1AB004DD3D7}" type="pres">
      <dgm:prSet presAssocID="{6F109990-7287-4879-9F08-66C4FDBDF8FF}" presName="iconBgRect" presStyleLbl="bgShp" presStyleIdx="2" presStyleCnt="5"/>
      <dgm:spPr/>
    </dgm:pt>
    <dgm:pt modelId="{813A71A8-6295-4369-A535-0C29B18B387C}" type="pres">
      <dgm:prSet presAssocID="{6F109990-7287-4879-9F08-66C4FDBDF8F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C72170AC-1636-4028-93AC-0DED8EA2A7A5}" type="pres">
      <dgm:prSet presAssocID="{6F109990-7287-4879-9F08-66C4FDBDF8FF}" presName="spaceRect" presStyleCnt="0"/>
      <dgm:spPr/>
    </dgm:pt>
    <dgm:pt modelId="{A6E7EA7F-9150-4F37-9CB6-B567180A2FBA}" type="pres">
      <dgm:prSet presAssocID="{6F109990-7287-4879-9F08-66C4FDBDF8FF}" presName="textRect" presStyleLbl="revTx" presStyleIdx="2" presStyleCnt="5">
        <dgm:presLayoutVars>
          <dgm:chMax val="1"/>
          <dgm:chPref val="1"/>
        </dgm:presLayoutVars>
      </dgm:prSet>
      <dgm:spPr/>
    </dgm:pt>
    <dgm:pt modelId="{6186D693-3BEF-43B7-985D-2D597AE62882}" type="pres">
      <dgm:prSet presAssocID="{38CD5CB5-0AAB-43B9-974B-F4ED3193EDA5}" presName="sibTrans" presStyleLbl="sibTrans2D1" presStyleIdx="0" presStyleCnt="0"/>
      <dgm:spPr/>
    </dgm:pt>
    <dgm:pt modelId="{25B7874B-7110-4067-9E43-4C50956B0060}" type="pres">
      <dgm:prSet presAssocID="{8E5AF276-9B4F-4DD4-8140-FC9FFB9C2930}" presName="compNode" presStyleCnt="0"/>
      <dgm:spPr/>
    </dgm:pt>
    <dgm:pt modelId="{11C9B09A-316D-4085-903E-CD0936FC5F3B}" type="pres">
      <dgm:prSet presAssocID="{8E5AF276-9B4F-4DD4-8140-FC9FFB9C2930}" presName="iconBgRect" presStyleLbl="bgShp" presStyleIdx="3" presStyleCnt="5"/>
      <dgm:spPr/>
    </dgm:pt>
    <dgm:pt modelId="{1ABCB6B7-B7B2-48EC-B371-0D161231EF69}" type="pres">
      <dgm:prSet presAssocID="{8E5AF276-9B4F-4DD4-8140-FC9FFB9C293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ção"/>
        </a:ext>
      </dgm:extLst>
    </dgm:pt>
    <dgm:pt modelId="{64FFD6C5-6325-4026-BCFF-3180EF8A1025}" type="pres">
      <dgm:prSet presAssocID="{8E5AF276-9B4F-4DD4-8140-FC9FFB9C2930}" presName="spaceRect" presStyleCnt="0"/>
      <dgm:spPr/>
    </dgm:pt>
    <dgm:pt modelId="{55E45C91-E826-43D1-88AD-EDFFB948099C}" type="pres">
      <dgm:prSet presAssocID="{8E5AF276-9B4F-4DD4-8140-FC9FFB9C2930}" presName="textRect" presStyleLbl="revTx" presStyleIdx="3" presStyleCnt="5">
        <dgm:presLayoutVars>
          <dgm:chMax val="1"/>
          <dgm:chPref val="1"/>
        </dgm:presLayoutVars>
      </dgm:prSet>
      <dgm:spPr/>
    </dgm:pt>
    <dgm:pt modelId="{A6963CE7-F186-418A-AEFB-16D05FB2F878}" type="pres">
      <dgm:prSet presAssocID="{900A2C14-A7CE-434D-8BD4-DC9C29F3BCBB}" presName="sibTrans" presStyleLbl="sibTrans2D1" presStyleIdx="0" presStyleCnt="0"/>
      <dgm:spPr/>
    </dgm:pt>
    <dgm:pt modelId="{39EE78E5-8F83-4807-8BC3-07C2FD89BC8E}" type="pres">
      <dgm:prSet presAssocID="{626B63A8-C7B6-4610-AD3A-9F2C9773370A}" presName="compNode" presStyleCnt="0"/>
      <dgm:spPr/>
    </dgm:pt>
    <dgm:pt modelId="{FD1AFA8B-EE83-4DE5-B19A-F812A932EF9E}" type="pres">
      <dgm:prSet presAssocID="{626B63A8-C7B6-4610-AD3A-9F2C9773370A}" presName="iconBgRect" presStyleLbl="bgShp" presStyleIdx="4" presStyleCnt="5"/>
      <dgm:spPr/>
    </dgm:pt>
    <dgm:pt modelId="{55459003-8879-47C5-B580-6933EE4FBACA}" type="pres">
      <dgm:prSet presAssocID="{626B63A8-C7B6-4610-AD3A-9F2C9773370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a de verificação"/>
        </a:ext>
      </dgm:extLst>
    </dgm:pt>
    <dgm:pt modelId="{4F76C09C-97C3-42DC-B4E0-F89A916EBF01}" type="pres">
      <dgm:prSet presAssocID="{626B63A8-C7B6-4610-AD3A-9F2C9773370A}" presName="spaceRect" presStyleCnt="0"/>
      <dgm:spPr/>
    </dgm:pt>
    <dgm:pt modelId="{086A2ABD-70F3-47FC-8DE9-8BCE36F6D050}" type="pres">
      <dgm:prSet presAssocID="{626B63A8-C7B6-4610-AD3A-9F2C9773370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25D3501-E186-4DD4-8C55-5AD0FED03100}" type="presOf" srcId="{70A39543-9195-45F6-83A0-65B014C295AD}" destId="{B735E35B-DE6E-4E59-B1D3-7E7064E088A8}" srcOrd="0" destOrd="0" presId="urn:microsoft.com/office/officeart/2018/2/layout/IconCircleList"/>
    <dgm:cxn modelId="{17322112-176A-455C-A4BD-73DE6A215A6C}" srcId="{483F858F-70DA-40BD-9F88-624C50785F70}" destId="{687FF687-F059-4434-8085-E92B5F3EDC46}" srcOrd="1" destOrd="0" parTransId="{E238EC8F-2CDC-47B4-8159-751DDF881380}" sibTransId="{AAE079BB-ECC6-4ECF-BF48-7BE14D7889D0}"/>
    <dgm:cxn modelId="{27084B20-125B-4B32-B224-37195ECFFBBD}" type="presOf" srcId="{6F109990-7287-4879-9F08-66C4FDBDF8FF}" destId="{A6E7EA7F-9150-4F37-9CB6-B567180A2FBA}" srcOrd="0" destOrd="0" presId="urn:microsoft.com/office/officeart/2018/2/layout/IconCircleList"/>
    <dgm:cxn modelId="{D5706924-C5C6-4D3E-8548-ADABD2D961DE}" type="presOf" srcId="{483F858F-70DA-40BD-9F88-624C50785F70}" destId="{912C2A1D-8120-4407-AFEC-D8FCEB7765FE}" srcOrd="0" destOrd="0" presId="urn:microsoft.com/office/officeart/2018/2/layout/IconCircleList"/>
    <dgm:cxn modelId="{31332340-F5B3-42C5-80A3-4451B2D55C7F}" srcId="{483F858F-70DA-40BD-9F88-624C50785F70}" destId="{626B63A8-C7B6-4610-AD3A-9F2C9773370A}" srcOrd="4" destOrd="0" parTransId="{E6251A89-9BD4-4B0B-9FBC-4E62D5A4B75C}" sibTransId="{C1121B45-21B4-43AF-8841-008D1EA60268}"/>
    <dgm:cxn modelId="{320FE248-095E-426A-87F1-98A34DE9259A}" type="presOf" srcId="{8E5AF276-9B4F-4DD4-8140-FC9FFB9C2930}" destId="{55E45C91-E826-43D1-88AD-EDFFB948099C}" srcOrd="0" destOrd="0" presId="urn:microsoft.com/office/officeart/2018/2/layout/IconCircleList"/>
    <dgm:cxn modelId="{F7E9674C-DED0-47CE-815C-0C7DB4837892}" type="presOf" srcId="{38CD5CB5-0AAB-43B9-974B-F4ED3193EDA5}" destId="{6186D693-3BEF-43B7-985D-2D597AE62882}" srcOrd="0" destOrd="0" presId="urn:microsoft.com/office/officeart/2018/2/layout/IconCircleList"/>
    <dgm:cxn modelId="{09635476-C5F1-4CAE-A344-83DDB09FAF99}" srcId="{483F858F-70DA-40BD-9F88-624C50785F70}" destId="{70A39543-9195-45F6-83A0-65B014C295AD}" srcOrd="0" destOrd="0" parTransId="{DC9AA436-49C0-4DD2-A84C-7369BB2BCFC6}" sibTransId="{AB2CFA17-297E-4B36-84C8-91F96AC87986}"/>
    <dgm:cxn modelId="{B0A36292-01F6-4B76-818F-529C95ACFA9D}" srcId="{483F858F-70DA-40BD-9F88-624C50785F70}" destId="{8E5AF276-9B4F-4DD4-8140-FC9FFB9C2930}" srcOrd="3" destOrd="0" parTransId="{BE56AB1C-8BD2-44E2-836F-A1C19AEA5D06}" sibTransId="{900A2C14-A7CE-434D-8BD4-DC9C29F3BCBB}"/>
    <dgm:cxn modelId="{DFB73693-861C-4977-A458-7926D92D3AEE}" type="presOf" srcId="{AB2CFA17-297E-4B36-84C8-91F96AC87986}" destId="{3BFFB4E4-5AED-461E-A233-9D2C7801D664}" srcOrd="0" destOrd="0" presId="urn:microsoft.com/office/officeart/2018/2/layout/IconCircleList"/>
    <dgm:cxn modelId="{540290BE-8F23-4963-B057-38B59EA1A006}" type="presOf" srcId="{AAE079BB-ECC6-4ECF-BF48-7BE14D7889D0}" destId="{C154D2EE-93BC-40E5-98D9-1ECBACC73ADE}" srcOrd="0" destOrd="0" presId="urn:microsoft.com/office/officeart/2018/2/layout/IconCircleList"/>
    <dgm:cxn modelId="{57B49CC6-B4B9-44C3-8EA5-3F55300A47BD}" srcId="{483F858F-70DA-40BD-9F88-624C50785F70}" destId="{6F109990-7287-4879-9F08-66C4FDBDF8FF}" srcOrd="2" destOrd="0" parTransId="{E6D8AC0A-567E-49D2-B323-495A5E7EBAE2}" sibTransId="{38CD5CB5-0AAB-43B9-974B-F4ED3193EDA5}"/>
    <dgm:cxn modelId="{D996D9E8-12FB-419E-8A30-266A94698426}" type="presOf" srcId="{900A2C14-A7CE-434D-8BD4-DC9C29F3BCBB}" destId="{A6963CE7-F186-418A-AEFB-16D05FB2F878}" srcOrd="0" destOrd="0" presId="urn:microsoft.com/office/officeart/2018/2/layout/IconCircleList"/>
    <dgm:cxn modelId="{828DC6F1-1270-4EDE-83EA-D555FE2EAFDF}" type="presOf" srcId="{626B63A8-C7B6-4610-AD3A-9F2C9773370A}" destId="{086A2ABD-70F3-47FC-8DE9-8BCE36F6D050}" srcOrd="0" destOrd="0" presId="urn:microsoft.com/office/officeart/2018/2/layout/IconCircleList"/>
    <dgm:cxn modelId="{1540EBF8-F0CA-4EC7-B761-FE1F417B072A}" type="presOf" srcId="{687FF687-F059-4434-8085-E92B5F3EDC46}" destId="{6FB7B7C5-4983-4D2D-A2C6-9FA63F2FF6E5}" srcOrd="0" destOrd="0" presId="urn:microsoft.com/office/officeart/2018/2/layout/IconCircleList"/>
    <dgm:cxn modelId="{843AD0BF-171F-4D46-9588-28D5CD3F1A71}" type="presParOf" srcId="{912C2A1D-8120-4407-AFEC-D8FCEB7765FE}" destId="{4CDB4594-E377-45FF-A47E-2B527BAFA6B9}" srcOrd="0" destOrd="0" presId="urn:microsoft.com/office/officeart/2018/2/layout/IconCircleList"/>
    <dgm:cxn modelId="{6B6E4F3B-B4A2-44B9-898E-63575DDCE6B8}" type="presParOf" srcId="{4CDB4594-E377-45FF-A47E-2B527BAFA6B9}" destId="{A7A0230A-B2C5-4A42-BF7B-F019520A0DF8}" srcOrd="0" destOrd="0" presId="urn:microsoft.com/office/officeart/2018/2/layout/IconCircleList"/>
    <dgm:cxn modelId="{74DB1DDA-5EC5-463B-98B5-D0C10E82D8E1}" type="presParOf" srcId="{A7A0230A-B2C5-4A42-BF7B-F019520A0DF8}" destId="{1D4E271B-4C19-43BF-815D-553B6DF726FD}" srcOrd="0" destOrd="0" presId="urn:microsoft.com/office/officeart/2018/2/layout/IconCircleList"/>
    <dgm:cxn modelId="{32D16BF9-B427-447F-BE76-F2F7C5AA50B2}" type="presParOf" srcId="{A7A0230A-B2C5-4A42-BF7B-F019520A0DF8}" destId="{ECF217FA-04DC-4C53-A6B7-7F0D523887DA}" srcOrd="1" destOrd="0" presId="urn:microsoft.com/office/officeart/2018/2/layout/IconCircleList"/>
    <dgm:cxn modelId="{3056377F-85B4-44CE-A3C9-CE623B9A54EE}" type="presParOf" srcId="{A7A0230A-B2C5-4A42-BF7B-F019520A0DF8}" destId="{5021393C-7CB5-45C9-8D66-28F132A84DBA}" srcOrd="2" destOrd="0" presId="urn:microsoft.com/office/officeart/2018/2/layout/IconCircleList"/>
    <dgm:cxn modelId="{9C00F15E-811F-45CF-A544-0D08F083CA49}" type="presParOf" srcId="{A7A0230A-B2C5-4A42-BF7B-F019520A0DF8}" destId="{B735E35B-DE6E-4E59-B1D3-7E7064E088A8}" srcOrd="3" destOrd="0" presId="urn:microsoft.com/office/officeart/2018/2/layout/IconCircleList"/>
    <dgm:cxn modelId="{1816DD5A-63FF-4150-A66B-644EE79E356B}" type="presParOf" srcId="{4CDB4594-E377-45FF-A47E-2B527BAFA6B9}" destId="{3BFFB4E4-5AED-461E-A233-9D2C7801D664}" srcOrd="1" destOrd="0" presId="urn:microsoft.com/office/officeart/2018/2/layout/IconCircleList"/>
    <dgm:cxn modelId="{619B4643-C020-41F2-907E-925FC9CCE683}" type="presParOf" srcId="{4CDB4594-E377-45FF-A47E-2B527BAFA6B9}" destId="{C1C3FA71-EFA3-4735-A5A8-5EB84B9E2321}" srcOrd="2" destOrd="0" presId="urn:microsoft.com/office/officeart/2018/2/layout/IconCircleList"/>
    <dgm:cxn modelId="{7C35753D-1C73-48EB-9E6C-8AB2AEB0664C}" type="presParOf" srcId="{C1C3FA71-EFA3-4735-A5A8-5EB84B9E2321}" destId="{DA616661-CD51-4F8C-A22E-3E815B4BF6DA}" srcOrd="0" destOrd="0" presId="urn:microsoft.com/office/officeart/2018/2/layout/IconCircleList"/>
    <dgm:cxn modelId="{1745DB1B-9F60-4501-9AE7-6EF51696E215}" type="presParOf" srcId="{C1C3FA71-EFA3-4735-A5A8-5EB84B9E2321}" destId="{0A1CFA71-3168-422B-98FE-ED8FA7BAA8C1}" srcOrd="1" destOrd="0" presId="urn:microsoft.com/office/officeart/2018/2/layout/IconCircleList"/>
    <dgm:cxn modelId="{1FEED192-CA9B-4316-A944-A511F9F9B4CB}" type="presParOf" srcId="{C1C3FA71-EFA3-4735-A5A8-5EB84B9E2321}" destId="{6CF0205D-01EF-41FD-B1A0-CDFE40E5A352}" srcOrd="2" destOrd="0" presId="urn:microsoft.com/office/officeart/2018/2/layout/IconCircleList"/>
    <dgm:cxn modelId="{1C07416E-D520-4777-9CA8-3AFC5C8EDA61}" type="presParOf" srcId="{C1C3FA71-EFA3-4735-A5A8-5EB84B9E2321}" destId="{6FB7B7C5-4983-4D2D-A2C6-9FA63F2FF6E5}" srcOrd="3" destOrd="0" presId="urn:microsoft.com/office/officeart/2018/2/layout/IconCircleList"/>
    <dgm:cxn modelId="{F9C83576-E793-4DFE-9CE3-3817ABC5BA59}" type="presParOf" srcId="{4CDB4594-E377-45FF-A47E-2B527BAFA6B9}" destId="{C154D2EE-93BC-40E5-98D9-1ECBACC73ADE}" srcOrd="3" destOrd="0" presId="urn:microsoft.com/office/officeart/2018/2/layout/IconCircleList"/>
    <dgm:cxn modelId="{367C2B89-850B-4F77-8790-642D1EED600B}" type="presParOf" srcId="{4CDB4594-E377-45FF-A47E-2B527BAFA6B9}" destId="{392F6E02-DF65-409F-B672-73F4EA4114D3}" srcOrd="4" destOrd="0" presId="urn:microsoft.com/office/officeart/2018/2/layout/IconCircleList"/>
    <dgm:cxn modelId="{D4C45CFE-07F7-4AF4-8734-B1CEFBF0F9C5}" type="presParOf" srcId="{392F6E02-DF65-409F-B672-73F4EA4114D3}" destId="{328F64DD-89EB-48E3-8EBB-C1AB004DD3D7}" srcOrd="0" destOrd="0" presId="urn:microsoft.com/office/officeart/2018/2/layout/IconCircleList"/>
    <dgm:cxn modelId="{0305B14A-9C0E-451F-AEF8-16CC13E06FE1}" type="presParOf" srcId="{392F6E02-DF65-409F-B672-73F4EA4114D3}" destId="{813A71A8-6295-4369-A535-0C29B18B387C}" srcOrd="1" destOrd="0" presId="urn:microsoft.com/office/officeart/2018/2/layout/IconCircleList"/>
    <dgm:cxn modelId="{0676C030-C754-405B-9246-9D77D828E4F2}" type="presParOf" srcId="{392F6E02-DF65-409F-B672-73F4EA4114D3}" destId="{C72170AC-1636-4028-93AC-0DED8EA2A7A5}" srcOrd="2" destOrd="0" presId="urn:microsoft.com/office/officeart/2018/2/layout/IconCircleList"/>
    <dgm:cxn modelId="{31081D0D-9529-4086-B0AF-1521334A35D5}" type="presParOf" srcId="{392F6E02-DF65-409F-B672-73F4EA4114D3}" destId="{A6E7EA7F-9150-4F37-9CB6-B567180A2FBA}" srcOrd="3" destOrd="0" presId="urn:microsoft.com/office/officeart/2018/2/layout/IconCircleList"/>
    <dgm:cxn modelId="{DA147120-1848-4EBE-8570-F9309E366FA0}" type="presParOf" srcId="{4CDB4594-E377-45FF-A47E-2B527BAFA6B9}" destId="{6186D693-3BEF-43B7-985D-2D597AE62882}" srcOrd="5" destOrd="0" presId="urn:microsoft.com/office/officeart/2018/2/layout/IconCircleList"/>
    <dgm:cxn modelId="{B74FAFD0-B042-4530-9CC2-8992F4533E8E}" type="presParOf" srcId="{4CDB4594-E377-45FF-A47E-2B527BAFA6B9}" destId="{25B7874B-7110-4067-9E43-4C50956B0060}" srcOrd="6" destOrd="0" presId="urn:microsoft.com/office/officeart/2018/2/layout/IconCircleList"/>
    <dgm:cxn modelId="{A85E2AA5-6FB5-4059-9E96-A1B28E1EB9FE}" type="presParOf" srcId="{25B7874B-7110-4067-9E43-4C50956B0060}" destId="{11C9B09A-316D-4085-903E-CD0936FC5F3B}" srcOrd="0" destOrd="0" presId="urn:microsoft.com/office/officeart/2018/2/layout/IconCircleList"/>
    <dgm:cxn modelId="{44952BDB-7A92-4114-9158-080F8245BA90}" type="presParOf" srcId="{25B7874B-7110-4067-9E43-4C50956B0060}" destId="{1ABCB6B7-B7B2-48EC-B371-0D161231EF69}" srcOrd="1" destOrd="0" presId="urn:microsoft.com/office/officeart/2018/2/layout/IconCircleList"/>
    <dgm:cxn modelId="{3B938BB1-272C-4B5B-BF38-CB94B270843B}" type="presParOf" srcId="{25B7874B-7110-4067-9E43-4C50956B0060}" destId="{64FFD6C5-6325-4026-BCFF-3180EF8A1025}" srcOrd="2" destOrd="0" presId="urn:microsoft.com/office/officeart/2018/2/layout/IconCircleList"/>
    <dgm:cxn modelId="{3B39C07A-FBFE-4EF0-8341-ABEC64F61932}" type="presParOf" srcId="{25B7874B-7110-4067-9E43-4C50956B0060}" destId="{55E45C91-E826-43D1-88AD-EDFFB948099C}" srcOrd="3" destOrd="0" presId="urn:microsoft.com/office/officeart/2018/2/layout/IconCircleList"/>
    <dgm:cxn modelId="{60DEE405-D8FF-4478-BF88-84BBFF0B6C87}" type="presParOf" srcId="{4CDB4594-E377-45FF-A47E-2B527BAFA6B9}" destId="{A6963CE7-F186-418A-AEFB-16D05FB2F878}" srcOrd="7" destOrd="0" presId="urn:microsoft.com/office/officeart/2018/2/layout/IconCircleList"/>
    <dgm:cxn modelId="{A2EC338D-42B5-41EF-8D03-208CE833DF9A}" type="presParOf" srcId="{4CDB4594-E377-45FF-A47E-2B527BAFA6B9}" destId="{39EE78E5-8F83-4807-8BC3-07C2FD89BC8E}" srcOrd="8" destOrd="0" presId="urn:microsoft.com/office/officeart/2018/2/layout/IconCircleList"/>
    <dgm:cxn modelId="{4CCB6CC1-30F0-4DB2-AF90-DD6399692469}" type="presParOf" srcId="{39EE78E5-8F83-4807-8BC3-07C2FD89BC8E}" destId="{FD1AFA8B-EE83-4DE5-B19A-F812A932EF9E}" srcOrd="0" destOrd="0" presId="urn:microsoft.com/office/officeart/2018/2/layout/IconCircleList"/>
    <dgm:cxn modelId="{01FA6085-768B-4178-B53A-6ABF6AADB19A}" type="presParOf" srcId="{39EE78E5-8F83-4807-8BC3-07C2FD89BC8E}" destId="{55459003-8879-47C5-B580-6933EE4FBACA}" srcOrd="1" destOrd="0" presId="urn:microsoft.com/office/officeart/2018/2/layout/IconCircleList"/>
    <dgm:cxn modelId="{E53D6131-7556-4EF1-BC72-09F83D97DA35}" type="presParOf" srcId="{39EE78E5-8F83-4807-8BC3-07C2FD89BC8E}" destId="{4F76C09C-97C3-42DC-B4E0-F89A916EBF01}" srcOrd="2" destOrd="0" presId="urn:microsoft.com/office/officeart/2018/2/layout/IconCircleList"/>
    <dgm:cxn modelId="{D578E53B-DD0C-4FFE-8C85-D908A6950C6A}" type="presParOf" srcId="{39EE78E5-8F83-4807-8BC3-07C2FD89BC8E}" destId="{086A2ABD-70F3-47FC-8DE9-8BCE36F6D05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4E271B-4C19-43BF-815D-553B6DF726FD}">
      <dsp:nvSpPr>
        <dsp:cNvPr id="0" name=""/>
        <dsp:cNvSpPr/>
      </dsp:nvSpPr>
      <dsp:spPr>
        <a:xfrm>
          <a:off x="855812" y="24800"/>
          <a:ext cx="1074427" cy="107442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F217FA-04DC-4C53-A6B7-7F0D523887DA}">
      <dsp:nvSpPr>
        <dsp:cNvPr id="0" name=""/>
        <dsp:cNvSpPr/>
      </dsp:nvSpPr>
      <dsp:spPr>
        <a:xfrm>
          <a:off x="1081442" y="250430"/>
          <a:ext cx="623168" cy="6231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35E35B-DE6E-4E59-B1D3-7E7064E088A8}">
      <dsp:nvSpPr>
        <dsp:cNvPr id="0" name=""/>
        <dsp:cNvSpPr/>
      </dsp:nvSpPr>
      <dsp:spPr>
        <a:xfrm>
          <a:off x="2160474" y="24800"/>
          <a:ext cx="2532579" cy="1074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kern="1200" dirty="0"/>
            <a:t>Arquitetura EAI funcional e reprodutível</a:t>
          </a:r>
          <a:endParaRPr lang="en-US" sz="2300" kern="1200" dirty="0"/>
        </a:p>
      </dsp:txBody>
      <dsp:txXfrm>
        <a:off x="2160474" y="24800"/>
        <a:ext cx="2532579" cy="1074427"/>
      </dsp:txXfrm>
    </dsp:sp>
    <dsp:sp modelId="{DA616661-CD51-4F8C-A22E-3E815B4BF6DA}">
      <dsp:nvSpPr>
        <dsp:cNvPr id="0" name=""/>
        <dsp:cNvSpPr/>
      </dsp:nvSpPr>
      <dsp:spPr>
        <a:xfrm>
          <a:off x="5134336" y="24800"/>
          <a:ext cx="1074427" cy="107442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1CFA71-3168-422B-98FE-ED8FA7BAA8C1}">
      <dsp:nvSpPr>
        <dsp:cNvPr id="0" name=""/>
        <dsp:cNvSpPr/>
      </dsp:nvSpPr>
      <dsp:spPr>
        <a:xfrm>
          <a:off x="5359966" y="250430"/>
          <a:ext cx="623168" cy="6231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7B7C5-4983-4D2D-A2C6-9FA63F2FF6E5}">
      <dsp:nvSpPr>
        <dsp:cNvPr id="0" name=""/>
        <dsp:cNvSpPr/>
      </dsp:nvSpPr>
      <dsp:spPr>
        <a:xfrm>
          <a:off x="6438999" y="24800"/>
          <a:ext cx="2532579" cy="1074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kern="1200"/>
            <a:t> Desacoplamento via Message Broker (RabbitMQ)</a:t>
          </a:r>
          <a:endParaRPr lang="en-US" sz="2300" kern="1200"/>
        </a:p>
      </dsp:txBody>
      <dsp:txXfrm>
        <a:off x="6438999" y="24800"/>
        <a:ext cx="2532579" cy="1074427"/>
      </dsp:txXfrm>
    </dsp:sp>
    <dsp:sp modelId="{328F64DD-89EB-48E3-8EBB-C1AB004DD3D7}">
      <dsp:nvSpPr>
        <dsp:cNvPr id="0" name=""/>
        <dsp:cNvSpPr/>
      </dsp:nvSpPr>
      <dsp:spPr>
        <a:xfrm>
          <a:off x="855812" y="1942244"/>
          <a:ext cx="1074427" cy="107442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3A71A8-6295-4369-A535-0C29B18B387C}">
      <dsp:nvSpPr>
        <dsp:cNvPr id="0" name=""/>
        <dsp:cNvSpPr/>
      </dsp:nvSpPr>
      <dsp:spPr>
        <a:xfrm>
          <a:off x="1081442" y="2167873"/>
          <a:ext cx="623168" cy="6231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7EA7F-9150-4F37-9CB6-B567180A2FBA}">
      <dsp:nvSpPr>
        <dsp:cNvPr id="0" name=""/>
        <dsp:cNvSpPr/>
      </dsp:nvSpPr>
      <dsp:spPr>
        <a:xfrm>
          <a:off x="2160474" y="1942244"/>
          <a:ext cx="2532579" cy="1074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kern="1200"/>
            <a:t>Orquestração de fluxos complexos (Apache Camel)</a:t>
          </a:r>
          <a:endParaRPr lang="en-US" sz="2300" kern="1200"/>
        </a:p>
      </dsp:txBody>
      <dsp:txXfrm>
        <a:off x="2160474" y="1942244"/>
        <a:ext cx="2532579" cy="1074427"/>
      </dsp:txXfrm>
    </dsp:sp>
    <dsp:sp modelId="{11C9B09A-316D-4085-903E-CD0936FC5F3B}">
      <dsp:nvSpPr>
        <dsp:cNvPr id="0" name=""/>
        <dsp:cNvSpPr/>
      </dsp:nvSpPr>
      <dsp:spPr>
        <a:xfrm>
          <a:off x="5134336" y="1942244"/>
          <a:ext cx="1074427" cy="107442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BCB6B7-B7B2-48EC-B371-0D161231EF69}">
      <dsp:nvSpPr>
        <dsp:cNvPr id="0" name=""/>
        <dsp:cNvSpPr/>
      </dsp:nvSpPr>
      <dsp:spPr>
        <a:xfrm>
          <a:off x="5359966" y="2167873"/>
          <a:ext cx="623168" cy="6231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45C91-E826-43D1-88AD-EDFFB948099C}">
      <dsp:nvSpPr>
        <dsp:cNvPr id="0" name=""/>
        <dsp:cNvSpPr/>
      </dsp:nvSpPr>
      <dsp:spPr>
        <a:xfrm>
          <a:off x="6438999" y="1942244"/>
          <a:ext cx="2532579" cy="1074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kern="1200"/>
            <a:t> Integração REST com Moodle</a:t>
          </a:r>
          <a:endParaRPr lang="en-US" sz="2300" kern="1200"/>
        </a:p>
      </dsp:txBody>
      <dsp:txXfrm>
        <a:off x="6438999" y="1942244"/>
        <a:ext cx="2532579" cy="1074427"/>
      </dsp:txXfrm>
    </dsp:sp>
    <dsp:sp modelId="{FD1AFA8B-EE83-4DE5-B19A-F812A932EF9E}">
      <dsp:nvSpPr>
        <dsp:cNvPr id="0" name=""/>
        <dsp:cNvSpPr/>
      </dsp:nvSpPr>
      <dsp:spPr>
        <a:xfrm>
          <a:off x="855812" y="3859687"/>
          <a:ext cx="1074427" cy="107442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459003-8879-47C5-B580-6933EE4FBACA}">
      <dsp:nvSpPr>
        <dsp:cNvPr id="0" name=""/>
        <dsp:cNvSpPr/>
      </dsp:nvSpPr>
      <dsp:spPr>
        <a:xfrm>
          <a:off x="1081442" y="4085317"/>
          <a:ext cx="623168" cy="62316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A2ABD-70F3-47FC-8DE9-8BCE36F6D050}">
      <dsp:nvSpPr>
        <dsp:cNvPr id="0" name=""/>
        <dsp:cNvSpPr/>
      </dsp:nvSpPr>
      <dsp:spPr>
        <a:xfrm>
          <a:off x="2160474" y="3859687"/>
          <a:ext cx="2532579" cy="1074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kern="1200"/>
            <a:t> Preparado para extensão com novos módulos</a:t>
          </a:r>
          <a:endParaRPr lang="en-US" sz="2300" kern="1200"/>
        </a:p>
      </dsp:txBody>
      <dsp:txXfrm>
        <a:off x="2160474" y="3859687"/>
        <a:ext cx="2532579" cy="10744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89D5D-CCA0-45E3-BDCC-6F5EF88F7695}" type="datetimeFigureOut">
              <a:rPr lang="pt-PT" smtClean="0"/>
              <a:t>06/02/2026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E8DD56-1C37-422D-BFE3-018A61994DA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554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8DD56-1C37-422D-BFE3-018A61994DA9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311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8FFDB-7286-8D93-6985-DD63BD975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36C4C4-38F5-0BB1-EE81-52999FED3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C7B181E-EC0E-B6F3-DC36-BAD11F681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90BB-945B-46E2-A6E3-94E35039F846}" type="datetimeFigureOut">
              <a:rPr lang="pt-PT" smtClean="0"/>
              <a:t>06/02/2026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3E5BD7F-2C29-F188-C5C0-B23FA21E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806AFC1-7635-8A86-1B1C-4036C3326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A8D3B-5F99-46EA-8EBB-11AF38919C9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6106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2E1EA-43C3-893E-BCE8-42187E72C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FCAE7F0-D5BF-028F-F75F-CFAA1EA3A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E166E30-7D0D-0BF0-1192-B2F49FB5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90BB-945B-46E2-A6E3-94E35039F846}" type="datetimeFigureOut">
              <a:rPr lang="pt-PT" smtClean="0"/>
              <a:t>06/02/2026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0A41DA1-ABEA-82B7-9BC4-993997FB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FF89C88-F378-E0B5-057E-4AE16C252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A8D3B-5F99-46EA-8EBB-11AF38919C9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5160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B890E-E451-E085-B18C-420179CA2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1675736-C5CB-F984-DC44-FE5798B94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0C2DAD9-16B6-EA28-EDB6-31D83E958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90BB-945B-46E2-A6E3-94E35039F846}" type="datetimeFigureOut">
              <a:rPr lang="pt-PT" smtClean="0"/>
              <a:t>06/02/2026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8B638D0-B852-27DF-898C-EBE626975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BB4F400-F5E8-4CD1-E3A1-9A918076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A8D3B-5F99-46EA-8EBB-11AF38919C9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037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63807-071B-D1C7-587D-ADE44C3F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E8EA045-3D11-9F36-CE22-936252687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00A637A-1741-E2D0-32D7-752649526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365F4FC-2FFA-5C6B-34D8-331FB470B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90BB-945B-46E2-A6E3-94E35039F846}" type="datetimeFigureOut">
              <a:rPr lang="pt-PT" smtClean="0"/>
              <a:t>06/02/2026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4532F61-B8BF-2DEE-AEC9-4B978E91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251BE25-AD1A-C21A-5742-65F73539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A8D3B-5F99-46EA-8EBB-11AF38919C9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40315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56B5A-C285-6BD5-C463-F0A987409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12A7796-DFBC-E08C-CF11-305C55FF2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8C44521-994F-3FE2-056F-2A123E5A0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DCC67B3C-5D03-8F9B-863D-AB48B60EB6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2192B902-B24C-071D-195B-2110E9D63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BBA00674-9377-2F1A-9BE4-B29706FC5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90BB-945B-46E2-A6E3-94E35039F846}" type="datetimeFigureOut">
              <a:rPr lang="pt-PT" smtClean="0"/>
              <a:t>06/02/2026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6E6ECDA9-B261-7204-D678-9A4BB3DE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E4E62BBD-ECCA-05D1-71E0-AE35F0ED6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A8D3B-5F99-46EA-8EBB-11AF38919C9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53693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E2E94-A609-6CB0-613F-008B313D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81D09A31-B8A7-FD85-787C-C286880B3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90BB-945B-46E2-A6E3-94E35039F846}" type="datetimeFigureOut">
              <a:rPr lang="pt-PT" smtClean="0"/>
              <a:t>06/02/2026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7325EC5-1CED-CABE-5112-3920FC0EF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2F92776-37D6-87C7-D034-60130484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A8D3B-5F99-46EA-8EBB-11AF38919C9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44479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30620F11-3A98-D5F1-58E5-2437927A3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90BB-945B-46E2-A6E3-94E35039F846}" type="datetimeFigureOut">
              <a:rPr lang="pt-PT" smtClean="0"/>
              <a:t>06/02/2026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D000F24E-0636-E48E-A00B-DEA4B4525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4116583-2788-4A0B-EFB0-328AC819A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A8D3B-5F99-46EA-8EBB-11AF38919C9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71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75A58-0F6B-9B2C-484F-2820965D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FC87DB0-C03E-CD6F-7425-7ADD08F07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487200D-4134-6229-AF6E-66C39AB43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B811EC3-892A-5A15-454A-F105CA0D2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90BB-945B-46E2-A6E3-94E35039F846}" type="datetimeFigureOut">
              <a:rPr lang="pt-PT" smtClean="0"/>
              <a:t>06/02/2026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312CC33-D088-102A-08A3-4CC98AAB1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6C34320-E3F0-218F-6576-160EBF16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A8D3B-5F99-46EA-8EBB-11AF38919C9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2351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4E4C1-BE41-B7DB-4309-6AF160D3F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41EC436-BC5E-A013-B964-CA5BD7EB7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79DBD1A-13C5-46C2-3D0E-A4F0E243B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A3F9394-C35F-3E48-4D84-D31EE6FFD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90BB-945B-46E2-A6E3-94E35039F846}" type="datetimeFigureOut">
              <a:rPr lang="pt-PT" smtClean="0"/>
              <a:t>06/02/2026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BBAC639-C8C1-C969-B81D-87E4AA19F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40E76EC-2CA0-0580-4AFD-147DFFE0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A8D3B-5F99-46EA-8EBB-11AF38919C9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23196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33C0C6-E27D-CB12-4421-CC7FFB77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FAAE732-7A1A-9ABD-8088-33308069E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8BE995D-DA2B-1A80-EFF6-BC7DD7D7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90BB-945B-46E2-A6E3-94E35039F846}" type="datetimeFigureOut">
              <a:rPr lang="pt-PT" smtClean="0"/>
              <a:t>06/02/2026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9B9B262-20D1-538B-1D56-A2F72CDE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F60A316-884B-EF96-BC19-0AB12AF0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A8D3B-5F99-46EA-8EBB-11AF38919C9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79410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50D6E3-CD4A-9C91-0FD0-B48168679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88D8EDF-2D9E-A8EE-E55B-1ECD2D13F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F526F2E-0104-EBE5-518B-C93F5C672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90BB-945B-46E2-A6E3-94E35039F846}" type="datetimeFigureOut">
              <a:rPr lang="pt-PT" smtClean="0"/>
              <a:t>06/02/2026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26E3111-BF79-C1ED-7FBC-5E9A4D937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EFE42E-E410-23A2-9D49-8CB62D43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A8D3B-5F99-46EA-8EBB-11AF38919C9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7363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59C9BF8A-C155-B212-756B-DBB0634B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7A3BD89-B301-046F-BD57-8DFF307BF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AEAA4C7-9BD6-787A-B560-9AAF3895D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190BB-945B-46E2-A6E3-94E35039F846}" type="datetimeFigureOut">
              <a:rPr lang="pt-PT" smtClean="0"/>
              <a:t>06/02/2026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AF9E0DD-B842-AC02-A910-F17D6BC59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B049A5-BB14-8899-4130-7B9B2EC27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A8D3B-5F99-46EA-8EBB-11AF38919C9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667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E0893-3EE9-D6F7-77FE-BEED663BB8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pt-PT" sz="4800" b="1" dirty="0"/>
              <a:t>INTEGRAÇÃO DE SISTEMAS MOODLE E MODULO ACADÉMICO SII </a:t>
            </a:r>
            <a:endParaRPr lang="pt-PT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3D9E1D-6399-FD46-7533-D97409487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96786"/>
            <a:ext cx="9144000" cy="1051560"/>
          </a:xfrm>
        </p:spPr>
        <p:txBody>
          <a:bodyPr>
            <a:normAutofit/>
          </a:bodyPr>
          <a:lstStyle/>
          <a:p>
            <a:pPr algn="l"/>
            <a:r>
              <a:rPr lang="pt-PT" sz="1600" dirty="0"/>
              <a:t>António Monteiro</a:t>
            </a:r>
          </a:p>
          <a:p>
            <a:pPr algn="l"/>
            <a:r>
              <a:rPr lang="pt-PT" sz="1600" dirty="0"/>
              <a:t>Elvis Brito</a:t>
            </a:r>
          </a:p>
          <a:p>
            <a:pPr algn="l"/>
            <a:r>
              <a:rPr lang="pt-PT" sz="1600" dirty="0" err="1"/>
              <a:t>Isair</a:t>
            </a:r>
            <a:r>
              <a:rPr lang="pt-PT" sz="1600" dirty="0"/>
              <a:t> Fonseca</a:t>
            </a:r>
          </a:p>
        </p:txBody>
      </p:sp>
    </p:spTree>
    <p:extLst>
      <p:ext uri="{BB962C8B-B14F-4D97-AF65-F5344CB8AC3E}">
        <p14:creationId xmlns:p14="http://schemas.microsoft.com/office/powerpoint/2010/main" val="1112593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4700A7-3711-D9DD-E876-7D5073C6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496" y="365126"/>
            <a:ext cx="10455303" cy="843472"/>
          </a:xfrm>
        </p:spPr>
        <p:txBody>
          <a:bodyPr>
            <a:normAutofit/>
          </a:bodyPr>
          <a:lstStyle/>
          <a:p>
            <a:r>
              <a:rPr lang="pt-PT" sz="3600" b="1" dirty="0"/>
              <a:t>O Problema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0D5D030-D0B0-339C-B2F7-F235D45EF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8598"/>
            <a:ext cx="10515600" cy="51683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PT" b="1" dirty="0"/>
              <a:t>Cenário Inicial</a:t>
            </a:r>
            <a:br>
              <a:rPr lang="pt-PT" dirty="0"/>
            </a:br>
            <a:endParaRPr lang="pt-PT" dirty="0"/>
          </a:p>
          <a:p>
            <a:pPr marL="0" indent="0">
              <a:buNone/>
            </a:pPr>
            <a:r>
              <a:rPr lang="pt-PT" b="1" dirty="0"/>
              <a:t>Integração Ponto-a-Ponto (</a:t>
            </a:r>
            <a:r>
              <a:rPr lang="pt-PT" b="1" dirty="0" err="1"/>
              <a:t>Point</a:t>
            </a:r>
            <a:r>
              <a:rPr lang="pt-PT" b="1" dirty="0"/>
              <a:t>-to-</a:t>
            </a:r>
            <a:r>
              <a:rPr lang="pt-PT" b="1" dirty="0" err="1"/>
              <a:t>Point</a:t>
            </a:r>
            <a:r>
              <a:rPr lang="pt-PT" b="1" dirty="0"/>
              <a:t>)</a:t>
            </a:r>
            <a:endParaRPr lang="pt-PT" dirty="0"/>
          </a:p>
          <a:p>
            <a:r>
              <a:rPr lang="pt-PT" dirty="0"/>
              <a:t>Alto acoplamento entre sistemas</a:t>
            </a:r>
          </a:p>
          <a:p>
            <a:r>
              <a:rPr lang="pt-PT" dirty="0"/>
              <a:t>Difícil manutenção e escalabilidade</a:t>
            </a:r>
          </a:p>
          <a:p>
            <a:r>
              <a:rPr lang="pt-PT" dirty="0"/>
              <a:t>Sem garantias de entrega</a:t>
            </a:r>
            <a:br>
              <a:rPr lang="pt-PT" dirty="0"/>
            </a:br>
            <a:endParaRPr lang="pt-PT" dirty="0"/>
          </a:p>
          <a:p>
            <a:pPr marL="0" indent="0">
              <a:buNone/>
            </a:pPr>
            <a:r>
              <a:rPr lang="pt-PT" b="1" dirty="0"/>
              <a:t>Desafios Académicos</a:t>
            </a:r>
            <a:endParaRPr lang="pt-PT" dirty="0"/>
          </a:p>
          <a:p>
            <a:r>
              <a:rPr lang="pt-PT" dirty="0"/>
              <a:t>Sincronização manual de cursos e matrículas</a:t>
            </a:r>
          </a:p>
          <a:p>
            <a:r>
              <a:rPr lang="pt-PT" dirty="0"/>
              <a:t>Inconsistência entre SII e Moodle</a:t>
            </a:r>
          </a:p>
          <a:p>
            <a:r>
              <a:rPr lang="pt-PT" dirty="0"/>
              <a:t>Sem rastreabilidade de operações</a:t>
            </a:r>
            <a:br>
              <a:rPr lang="pt-PT" dirty="0"/>
            </a:br>
            <a:endParaRPr lang="pt-PT" dirty="0"/>
          </a:p>
          <a:p>
            <a:pPr marL="0" indent="0">
              <a:buNone/>
            </a:pPr>
            <a:r>
              <a:rPr lang="pt-PT" b="1" dirty="0"/>
              <a:t>Solução: </a:t>
            </a:r>
            <a:r>
              <a:rPr lang="pt-PT" dirty="0"/>
              <a:t>Arquitetura EAI com </a:t>
            </a:r>
            <a:r>
              <a:rPr lang="pt-PT" dirty="0" err="1"/>
              <a:t>Message</a:t>
            </a:r>
            <a:r>
              <a:rPr lang="pt-PT" dirty="0"/>
              <a:t> Broker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52734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8AC8E79-ECD6-4F34-BE5A-9F5E850E8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2BE1BB-2AB2-4D7E-9E27-8D245181B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A1615C-2156-4B15-BF3E-39794B37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97691"/>
            <a:ext cx="5378624" cy="6402614"/>
            <a:chOff x="-19221" y="197691"/>
            <a:chExt cx="5378624" cy="640261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0AAA4B8-4E08-4663-9835-BA403F00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B4869D1-3E13-4881-A292-2F38ECC07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FEDB7CE-BB3D-4A0D-A73F-3117044F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6E0C6E1-7FBF-471E-849C-A54AF1D41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2BFAA38-D910-41AD-BBED-0608E4AE71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97691"/>
              <a:ext cx="5378623" cy="6402614"/>
            </a:xfrm>
            <a:custGeom>
              <a:avLst/>
              <a:gdLst>
                <a:gd name="connsiteX0" fmla="*/ 2220349 w 5378623"/>
                <a:gd name="connsiteY0" fmla="*/ 67 h 6402614"/>
                <a:gd name="connsiteX1" fmla="*/ 3018161 w 5378623"/>
                <a:gd name="connsiteY1" fmla="*/ 108191 h 6402614"/>
                <a:gd name="connsiteX2" fmla="*/ 5265831 w 5378623"/>
                <a:gd name="connsiteY2" fmla="*/ 4066338 h 6402614"/>
                <a:gd name="connsiteX3" fmla="*/ 2912752 w 5378623"/>
                <a:gd name="connsiteY3" fmla="*/ 6386691 h 6402614"/>
                <a:gd name="connsiteX4" fmla="*/ 2840648 w 5378623"/>
                <a:gd name="connsiteY4" fmla="*/ 6402614 h 6402614"/>
                <a:gd name="connsiteX5" fmla="*/ 1474249 w 5378623"/>
                <a:gd name="connsiteY5" fmla="*/ 6402614 h 6402614"/>
                <a:gd name="connsiteX6" fmla="*/ 1340218 w 5378623"/>
                <a:gd name="connsiteY6" fmla="*/ 6370360 h 6402614"/>
                <a:gd name="connsiteX7" fmla="*/ 204687 w 5378623"/>
                <a:gd name="connsiteY7" fmla="*/ 5802379 h 6402614"/>
                <a:gd name="connsiteX8" fmla="*/ 0 w 5378623"/>
                <a:gd name="connsiteY8" fmla="*/ 5624181 h 6402614"/>
                <a:gd name="connsiteX9" fmla="*/ 0 w 5378623"/>
                <a:gd name="connsiteY9" fmla="*/ 5197118 h 6402614"/>
                <a:gd name="connsiteX10" fmla="*/ 120950 w 5378623"/>
                <a:gd name="connsiteY10" fmla="*/ 5327736 h 6402614"/>
                <a:gd name="connsiteX11" fmla="*/ 553277 w 5378623"/>
                <a:gd name="connsiteY11" fmla="*/ 5674143 h 6402614"/>
                <a:gd name="connsiteX12" fmla="*/ 1048951 w 5378623"/>
                <a:gd name="connsiteY12" fmla="*/ 5913372 h 6402614"/>
                <a:gd name="connsiteX13" fmla="*/ 1114406 w 5378623"/>
                <a:gd name="connsiteY13" fmla="*/ 5935664 h 6402614"/>
                <a:gd name="connsiteX14" fmla="*/ 1180375 w 5378623"/>
                <a:gd name="connsiteY14" fmla="*/ 5956470 h 6402614"/>
                <a:gd name="connsiteX15" fmla="*/ 1247107 w 5378623"/>
                <a:gd name="connsiteY15" fmla="*/ 5975278 h 6402614"/>
                <a:gd name="connsiteX16" fmla="*/ 1313053 w 5378623"/>
                <a:gd name="connsiteY16" fmla="*/ 5991905 h 6402614"/>
                <a:gd name="connsiteX17" fmla="*/ 1578771 w 5378623"/>
                <a:gd name="connsiteY17" fmla="*/ 6035400 h 6402614"/>
                <a:gd name="connsiteX18" fmla="*/ 2116969 w 5378623"/>
                <a:gd name="connsiteY18" fmla="*/ 6005033 h 6402614"/>
                <a:gd name="connsiteX19" fmla="*/ 2648341 w 5378623"/>
                <a:gd name="connsiteY19" fmla="*/ 5837212 h 6402614"/>
                <a:gd name="connsiteX20" fmla="*/ 3166862 w 5378623"/>
                <a:gd name="connsiteY20" fmla="*/ 5582136 h 6402614"/>
                <a:gd name="connsiteX21" fmla="*/ 3295551 w 5378623"/>
                <a:gd name="connsiteY21" fmla="*/ 5510900 h 6402614"/>
                <a:gd name="connsiteX22" fmla="*/ 3426292 w 5378623"/>
                <a:gd name="connsiteY22" fmla="*/ 5437546 h 6402614"/>
                <a:gd name="connsiteX23" fmla="*/ 3693498 w 5378623"/>
                <a:gd name="connsiteY23" fmla="*/ 5296779 h 6402614"/>
                <a:gd name="connsiteX24" fmla="*/ 3957511 w 5378623"/>
                <a:gd name="connsiteY24" fmla="*/ 5162806 h 6402614"/>
                <a:gd name="connsiteX25" fmla="*/ 4212170 w 5378623"/>
                <a:gd name="connsiteY25" fmla="*/ 5024936 h 6402614"/>
                <a:gd name="connsiteX26" fmla="*/ 4449651 w 5378623"/>
                <a:gd name="connsiteY26" fmla="*/ 4870986 h 6402614"/>
                <a:gd name="connsiteX27" fmla="*/ 4659728 w 5378623"/>
                <a:gd name="connsiteY27" fmla="*/ 4689640 h 6402614"/>
                <a:gd name="connsiteX28" fmla="*/ 4830457 w 5378623"/>
                <a:gd name="connsiteY28" fmla="*/ 4472596 h 6402614"/>
                <a:gd name="connsiteX29" fmla="*/ 4955705 w 5378623"/>
                <a:gd name="connsiteY29" fmla="*/ 4222268 h 6402614"/>
                <a:gd name="connsiteX30" fmla="*/ 4968352 w 5378623"/>
                <a:gd name="connsiteY30" fmla="*/ 4189141 h 6402614"/>
                <a:gd name="connsiteX31" fmla="*/ 4979564 w 5378623"/>
                <a:gd name="connsiteY31" fmla="*/ 4155400 h 6402614"/>
                <a:gd name="connsiteX32" fmla="*/ 4990913 w 5378623"/>
                <a:gd name="connsiteY32" fmla="*/ 4121577 h 6402614"/>
                <a:gd name="connsiteX33" fmla="*/ 5000865 w 5378623"/>
                <a:gd name="connsiteY33" fmla="*/ 4086570 h 6402614"/>
                <a:gd name="connsiteX34" fmla="*/ 5020612 w 5378623"/>
                <a:gd name="connsiteY34" fmla="*/ 4016281 h 6402614"/>
                <a:gd name="connsiteX35" fmla="*/ 5030486 w 5378623"/>
                <a:gd name="connsiteY35" fmla="*/ 3981137 h 6402614"/>
                <a:gd name="connsiteX36" fmla="*/ 5035423 w 5378623"/>
                <a:gd name="connsiteY36" fmla="*/ 3963565 h 6402614"/>
                <a:gd name="connsiteX37" fmla="*/ 5039507 w 5378623"/>
                <a:gd name="connsiteY37" fmla="*/ 3945765 h 6402614"/>
                <a:gd name="connsiteX38" fmla="*/ 5071597 w 5378623"/>
                <a:gd name="connsiteY38" fmla="*/ 3802972 h 6402614"/>
                <a:gd name="connsiteX39" fmla="*/ 5096108 w 5378623"/>
                <a:gd name="connsiteY39" fmla="*/ 3658610 h 6402614"/>
                <a:gd name="connsiteX40" fmla="*/ 5113299 w 5378623"/>
                <a:gd name="connsiteY40" fmla="*/ 3512985 h 6402614"/>
                <a:gd name="connsiteX41" fmla="*/ 5115328 w 5378623"/>
                <a:gd name="connsiteY41" fmla="*/ 3494749 h 6402614"/>
                <a:gd name="connsiteX42" fmla="*/ 5116446 w 5378623"/>
                <a:gd name="connsiteY42" fmla="*/ 3476502 h 6402614"/>
                <a:gd name="connsiteX43" fmla="*/ 5118711 w 5378623"/>
                <a:gd name="connsiteY43" fmla="*/ 3439898 h 6402614"/>
                <a:gd name="connsiteX44" fmla="*/ 5123270 w 5378623"/>
                <a:gd name="connsiteY44" fmla="*/ 3366583 h 6402614"/>
                <a:gd name="connsiteX45" fmla="*/ 5121172 w 5378623"/>
                <a:gd name="connsiteY45" fmla="*/ 3072860 h 6402614"/>
                <a:gd name="connsiteX46" fmla="*/ 5119473 w 5378623"/>
                <a:gd name="connsiteY46" fmla="*/ 3036121 h 6402614"/>
                <a:gd name="connsiteX47" fmla="*/ 5116244 w 5378623"/>
                <a:gd name="connsiteY47" fmla="*/ 2999552 h 6402614"/>
                <a:gd name="connsiteX48" fmla="*/ 5109221 w 5378623"/>
                <a:gd name="connsiteY48" fmla="*/ 2926379 h 6402614"/>
                <a:gd name="connsiteX49" fmla="*/ 5089643 w 5378623"/>
                <a:gd name="connsiteY49" fmla="*/ 2780639 h 6402614"/>
                <a:gd name="connsiteX50" fmla="*/ 5084078 w 5378623"/>
                <a:gd name="connsiteY50" fmla="*/ 2744255 h 6402614"/>
                <a:gd name="connsiteX51" fmla="*/ 5077785 w 5378623"/>
                <a:gd name="connsiteY51" fmla="*/ 2708026 h 6402614"/>
                <a:gd name="connsiteX52" fmla="*/ 5063128 w 5378623"/>
                <a:gd name="connsiteY52" fmla="*/ 2636053 h 6402614"/>
                <a:gd name="connsiteX53" fmla="*/ 5047530 w 5378623"/>
                <a:gd name="connsiteY53" fmla="*/ 2564176 h 6402614"/>
                <a:gd name="connsiteX54" fmla="*/ 5028967 w 5378623"/>
                <a:gd name="connsiteY54" fmla="*/ 2493127 h 6402614"/>
                <a:gd name="connsiteX55" fmla="*/ 4822623 w 5378623"/>
                <a:gd name="connsiteY55" fmla="*/ 1944830 h 6402614"/>
                <a:gd name="connsiteX56" fmla="*/ 4108183 w 5378623"/>
                <a:gd name="connsiteY56" fmla="*/ 1038170 h 6402614"/>
                <a:gd name="connsiteX57" fmla="*/ 3638213 w 5378623"/>
                <a:gd name="connsiteY57" fmla="*/ 712395 h 6402614"/>
                <a:gd name="connsiteX58" fmla="*/ 3575480 w 5378623"/>
                <a:gd name="connsiteY58" fmla="*/ 678662 h 6402614"/>
                <a:gd name="connsiteX59" fmla="*/ 3512574 w 5378623"/>
                <a:gd name="connsiteY59" fmla="*/ 645577 h 6402614"/>
                <a:gd name="connsiteX60" fmla="*/ 3448603 w 5378623"/>
                <a:gd name="connsiteY60" fmla="*/ 614757 h 6402614"/>
                <a:gd name="connsiteX61" fmla="*/ 3416617 w 5378623"/>
                <a:gd name="connsiteY61" fmla="*/ 599347 h 6402614"/>
                <a:gd name="connsiteX62" fmla="*/ 3384352 w 5378623"/>
                <a:gd name="connsiteY62" fmla="*/ 584559 h 6402614"/>
                <a:gd name="connsiteX63" fmla="*/ 3254088 w 5378623"/>
                <a:gd name="connsiteY63" fmla="*/ 529021 h 6402614"/>
                <a:gd name="connsiteX64" fmla="*/ 3121640 w 5378623"/>
                <a:gd name="connsiteY64" fmla="*/ 479505 h 6402614"/>
                <a:gd name="connsiteX65" fmla="*/ 2987193 w 5378623"/>
                <a:gd name="connsiteY65" fmla="*/ 436176 h 6402614"/>
                <a:gd name="connsiteX66" fmla="*/ 2851296 w 5378623"/>
                <a:gd name="connsiteY66" fmla="*/ 398256 h 6402614"/>
                <a:gd name="connsiteX67" fmla="*/ 2573611 w 5378623"/>
                <a:gd name="connsiteY67" fmla="*/ 336717 h 6402614"/>
                <a:gd name="connsiteX68" fmla="*/ 2014208 w 5378623"/>
                <a:gd name="connsiteY68" fmla="*/ 276896 h 6402614"/>
                <a:gd name="connsiteX69" fmla="*/ 1457097 w 5378623"/>
                <a:gd name="connsiteY69" fmla="*/ 322828 h 6402614"/>
                <a:gd name="connsiteX70" fmla="*/ 914684 w 5378623"/>
                <a:gd name="connsiteY70" fmla="*/ 486648 h 6402614"/>
                <a:gd name="connsiteX71" fmla="*/ 848661 w 5378623"/>
                <a:gd name="connsiteY71" fmla="*/ 515093 h 6402614"/>
                <a:gd name="connsiteX72" fmla="*/ 782834 w 5378623"/>
                <a:gd name="connsiteY72" fmla="*/ 544519 h 6402614"/>
                <a:gd name="connsiteX73" fmla="*/ 717715 w 5378623"/>
                <a:gd name="connsiteY73" fmla="*/ 575988 h 6402614"/>
                <a:gd name="connsiteX74" fmla="*/ 653112 w 5378623"/>
                <a:gd name="connsiteY74" fmla="*/ 608523 h 6402614"/>
                <a:gd name="connsiteX75" fmla="*/ 406671 w 5378623"/>
                <a:gd name="connsiteY75" fmla="*/ 756246 h 6402614"/>
                <a:gd name="connsiteX76" fmla="*/ 191033 w 5378623"/>
                <a:gd name="connsiteY76" fmla="*/ 942131 h 6402614"/>
                <a:gd name="connsiteX77" fmla="*/ 143339 w 5378623"/>
                <a:gd name="connsiteY77" fmla="*/ 996006 h 6402614"/>
                <a:gd name="connsiteX78" fmla="*/ 98848 w 5378623"/>
                <a:gd name="connsiteY78" fmla="*/ 1053288 h 6402614"/>
                <a:gd name="connsiteX79" fmla="*/ 56083 w 5378623"/>
                <a:gd name="connsiteY79" fmla="*/ 1112657 h 6402614"/>
                <a:gd name="connsiteX80" fmla="*/ 14889 w 5378623"/>
                <a:gd name="connsiteY80" fmla="*/ 1173837 h 6402614"/>
                <a:gd name="connsiteX81" fmla="*/ 0 w 5378623"/>
                <a:gd name="connsiteY81" fmla="*/ 1198088 h 6402614"/>
                <a:gd name="connsiteX82" fmla="*/ 0 w 5378623"/>
                <a:gd name="connsiteY82" fmla="*/ 888809 h 6402614"/>
                <a:gd name="connsiteX83" fmla="*/ 88781 w 5378623"/>
                <a:gd name="connsiteY83" fmla="*/ 802825 h 6402614"/>
                <a:gd name="connsiteX84" fmla="*/ 2220349 w 5378623"/>
                <a:gd name="connsiteY84" fmla="*/ 67 h 640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378623" h="6402614">
                  <a:moveTo>
                    <a:pt x="2220349" y="67"/>
                  </a:moveTo>
                  <a:cubicBezTo>
                    <a:pt x="2484151" y="1784"/>
                    <a:pt x="2751801" y="36820"/>
                    <a:pt x="3018161" y="108191"/>
                  </a:cubicBezTo>
                  <a:cubicBezTo>
                    <a:pt x="4722867" y="564965"/>
                    <a:pt x="5729192" y="2337049"/>
                    <a:pt x="5265831" y="4066338"/>
                  </a:cubicBezTo>
                  <a:cubicBezTo>
                    <a:pt x="4947269" y="5255224"/>
                    <a:pt x="4017004" y="6114300"/>
                    <a:pt x="2912752" y="6386691"/>
                  </a:cubicBezTo>
                  <a:lnTo>
                    <a:pt x="2840648" y="6402614"/>
                  </a:lnTo>
                  <a:lnTo>
                    <a:pt x="1474249" y="6402614"/>
                  </a:lnTo>
                  <a:lnTo>
                    <a:pt x="1340218" y="6370360"/>
                  </a:lnTo>
                  <a:cubicBezTo>
                    <a:pt x="914042" y="6256167"/>
                    <a:pt x="531514" y="6059766"/>
                    <a:pt x="204687" y="5802379"/>
                  </a:cubicBezTo>
                  <a:lnTo>
                    <a:pt x="0" y="5624181"/>
                  </a:lnTo>
                  <a:lnTo>
                    <a:pt x="0" y="5197118"/>
                  </a:lnTo>
                  <a:lnTo>
                    <a:pt x="120950" y="5327736"/>
                  </a:lnTo>
                  <a:cubicBezTo>
                    <a:pt x="253827" y="5458395"/>
                    <a:pt x="397634" y="5575985"/>
                    <a:pt x="553277" y="5674143"/>
                  </a:cubicBezTo>
                  <a:cubicBezTo>
                    <a:pt x="708978" y="5772084"/>
                    <a:pt x="875421" y="5851690"/>
                    <a:pt x="1048951" y="5913372"/>
                  </a:cubicBezTo>
                  <a:cubicBezTo>
                    <a:pt x="1070860" y="5920750"/>
                    <a:pt x="1092382" y="5928719"/>
                    <a:pt x="1114406" y="5935664"/>
                  </a:cubicBezTo>
                  <a:lnTo>
                    <a:pt x="1180375" y="5956470"/>
                  </a:lnTo>
                  <a:lnTo>
                    <a:pt x="1247107" y="5975278"/>
                  </a:lnTo>
                  <a:cubicBezTo>
                    <a:pt x="1269462" y="5981848"/>
                    <a:pt x="1291029" y="5986236"/>
                    <a:pt x="1313053" y="5991905"/>
                  </a:cubicBezTo>
                  <a:cubicBezTo>
                    <a:pt x="1400808" y="6012869"/>
                    <a:pt x="1489584" y="6027036"/>
                    <a:pt x="1578771" y="6035400"/>
                  </a:cubicBezTo>
                  <a:cubicBezTo>
                    <a:pt x="1757312" y="6051941"/>
                    <a:pt x="1937844" y="6040152"/>
                    <a:pt x="2116969" y="6005033"/>
                  </a:cubicBezTo>
                  <a:cubicBezTo>
                    <a:pt x="2296104" y="5969454"/>
                    <a:pt x="2473717" y="5910978"/>
                    <a:pt x="2648341" y="5837212"/>
                  </a:cubicBezTo>
                  <a:cubicBezTo>
                    <a:pt x="2823148" y="5763610"/>
                    <a:pt x="2995347" y="5675863"/>
                    <a:pt x="3166862" y="5582136"/>
                  </a:cubicBezTo>
                  <a:cubicBezTo>
                    <a:pt x="3209843" y="5558645"/>
                    <a:pt x="3252667" y="5534880"/>
                    <a:pt x="3295551" y="5510900"/>
                  </a:cubicBezTo>
                  <a:lnTo>
                    <a:pt x="3426292" y="5437546"/>
                  </a:lnTo>
                  <a:cubicBezTo>
                    <a:pt x="3515217" y="5388460"/>
                    <a:pt x="3604599" y="5341930"/>
                    <a:pt x="3693498" y="5296779"/>
                  </a:cubicBezTo>
                  <a:lnTo>
                    <a:pt x="3957511" y="5162806"/>
                  </a:lnTo>
                  <a:cubicBezTo>
                    <a:pt x="4044259" y="5118005"/>
                    <a:pt x="4129592" y="5072941"/>
                    <a:pt x="4212170" y="5024936"/>
                  </a:cubicBezTo>
                  <a:cubicBezTo>
                    <a:pt x="4294563" y="4976766"/>
                    <a:pt x="4374532" y="4926554"/>
                    <a:pt x="4449651" y="4870986"/>
                  </a:cubicBezTo>
                  <a:cubicBezTo>
                    <a:pt x="4524973" y="4815937"/>
                    <a:pt x="4596075" y="4756163"/>
                    <a:pt x="4659728" y="4689640"/>
                  </a:cubicBezTo>
                  <a:cubicBezTo>
                    <a:pt x="4723566" y="4623283"/>
                    <a:pt x="4780828" y="4550758"/>
                    <a:pt x="4830457" y="4472596"/>
                  </a:cubicBezTo>
                  <a:cubicBezTo>
                    <a:pt x="4880087" y="4394434"/>
                    <a:pt x="4921716" y="4310302"/>
                    <a:pt x="4955705" y="4222268"/>
                  </a:cubicBezTo>
                  <a:lnTo>
                    <a:pt x="4968352" y="4189141"/>
                  </a:lnTo>
                  <a:lnTo>
                    <a:pt x="4979564" y="4155400"/>
                  </a:lnTo>
                  <a:lnTo>
                    <a:pt x="4990913" y="4121577"/>
                  </a:lnTo>
                  <a:cubicBezTo>
                    <a:pt x="4994441" y="4110119"/>
                    <a:pt x="4997522" y="4098194"/>
                    <a:pt x="5000865" y="4086570"/>
                  </a:cubicBezTo>
                  <a:lnTo>
                    <a:pt x="5020612" y="4016281"/>
                  </a:lnTo>
                  <a:lnTo>
                    <a:pt x="5030486" y="3981137"/>
                  </a:lnTo>
                  <a:lnTo>
                    <a:pt x="5035423" y="3963565"/>
                  </a:lnTo>
                  <a:lnTo>
                    <a:pt x="5039507" y="3945765"/>
                  </a:lnTo>
                  <a:cubicBezTo>
                    <a:pt x="5050088" y="3898175"/>
                    <a:pt x="5061308" y="3850756"/>
                    <a:pt x="5071597" y="3802972"/>
                  </a:cubicBezTo>
                  <a:lnTo>
                    <a:pt x="5096108" y="3658610"/>
                  </a:lnTo>
                  <a:cubicBezTo>
                    <a:pt x="5102684" y="3610180"/>
                    <a:pt x="5107604" y="3561536"/>
                    <a:pt x="5113299" y="3512985"/>
                  </a:cubicBezTo>
                  <a:lnTo>
                    <a:pt x="5115328" y="3494749"/>
                  </a:lnTo>
                  <a:lnTo>
                    <a:pt x="5116446" y="3476502"/>
                  </a:lnTo>
                  <a:lnTo>
                    <a:pt x="5118711" y="3439898"/>
                  </a:lnTo>
                  <a:lnTo>
                    <a:pt x="5123270" y="3366583"/>
                  </a:lnTo>
                  <a:cubicBezTo>
                    <a:pt x="5126606" y="3268829"/>
                    <a:pt x="5127431" y="3170634"/>
                    <a:pt x="5121172" y="3072860"/>
                  </a:cubicBezTo>
                  <a:lnTo>
                    <a:pt x="5119473" y="3036121"/>
                  </a:lnTo>
                  <a:cubicBezTo>
                    <a:pt x="5118968" y="3023930"/>
                    <a:pt x="5117310" y="3011778"/>
                    <a:pt x="5116244" y="2999552"/>
                  </a:cubicBezTo>
                  <a:lnTo>
                    <a:pt x="5109221" y="2926379"/>
                  </a:lnTo>
                  <a:cubicBezTo>
                    <a:pt x="5105544" y="2877404"/>
                    <a:pt x="5096760" y="2829145"/>
                    <a:pt x="5089643" y="2780639"/>
                  </a:cubicBezTo>
                  <a:lnTo>
                    <a:pt x="5084078" y="2744255"/>
                  </a:lnTo>
                  <a:cubicBezTo>
                    <a:pt x="5082420" y="2732104"/>
                    <a:pt x="5080412" y="2719974"/>
                    <a:pt x="5077785" y="2708026"/>
                  </a:cubicBezTo>
                  <a:lnTo>
                    <a:pt x="5063128" y="2636053"/>
                  </a:lnTo>
                  <a:cubicBezTo>
                    <a:pt x="5057902" y="2612048"/>
                    <a:pt x="5053511" y="2587920"/>
                    <a:pt x="5047530" y="2564176"/>
                  </a:cubicBezTo>
                  <a:lnTo>
                    <a:pt x="5028967" y="2493127"/>
                  </a:lnTo>
                  <a:cubicBezTo>
                    <a:pt x="4979424" y="2303537"/>
                    <a:pt x="4909775" y="2119458"/>
                    <a:pt x="4822623" y="1944830"/>
                  </a:cubicBezTo>
                  <a:cubicBezTo>
                    <a:pt x="4648947" y="1594931"/>
                    <a:pt x="4401749" y="1285261"/>
                    <a:pt x="4108183" y="1038170"/>
                  </a:cubicBezTo>
                  <a:cubicBezTo>
                    <a:pt x="3961444" y="914460"/>
                    <a:pt x="3803854" y="805232"/>
                    <a:pt x="3638213" y="712395"/>
                  </a:cubicBezTo>
                  <a:lnTo>
                    <a:pt x="3575480" y="678662"/>
                  </a:lnTo>
                  <a:cubicBezTo>
                    <a:pt x="3554450" y="667578"/>
                    <a:pt x="3534194" y="655311"/>
                    <a:pt x="3512574" y="645577"/>
                  </a:cubicBezTo>
                  <a:lnTo>
                    <a:pt x="3448603" y="614757"/>
                  </a:lnTo>
                  <a:lnTo>
                    <a:pt x="3416617" y="599347"/>
                  </a:lnTo>
                  <a:cubicBezTo>
                    <a:pt x="3406000" y="594185"/>
                    <a:pt x="3395413" y="588913"/>
                    <a:pt x="3384352" y="584559"/>
                  </a:cubicBezTo>
                  <a:cubicBezTo>
                    <a:pt x="3340850" y="566062"/>
                    <a:pt x="3297707" y="547083"/>
                    <a:pt x="3254088" y="529021"/>
                  </a:cubicBezTo>
                  <a:cubicBezTo>
                    <a:pt x="3209736" y="512847"/>
                    <a:pt x="3165607" y="496270"/>
                    <a:pt x="3121640" y="479505"/>
                  </a:cubicBezTo>
                  <a:lnTo>
                    <a:pt x="2987193" y="436176"/>
                  </a:lnTo>
                  <a:cubicBezTo>
                    <a:pt x="2942116" y="422708"/>
                    <a:pt x="2896575" y="410968"/>
                    <a:pt x="2851296" y="398256"/>
                  </a:cubicBezTo>
                  <a:cubicBezTo>
                    <a:pt x="2759507" y="375285"/>
                    <a:pt x="2666373" y="353923"/>
                    <a:pt x="2573611" y="336717"/>
                  </a:cubicBezTo>
                  <a:cubicBezTo>
                    <a:pt x="2387776" y="301762"/>
                    <a:pt x="2200839" y="280304"/>
                    <a:pt x="2014208" y="276896"/>
                  </a:cubicBezTo>
                  <a:cubicBezTo>
                    <a:pt x="1827605" y="273381"/>
                    <a:pt x="1641223" y="288238"/>
                    <a:pt x="1457097" y="322828"/>
                  </a:cubicBezTo>
                  <a:cubicBezTo>
                    <a:pt x="1272912" y="357634"/>
                    <a:pt x="1091595" y="413727"/>
                    <a:pt x="914684" y="486648"/>
                  </a:cubicBezTo>
                  <a:lnTo>
                    <a:pt x="848661" y="515093"/>
                  </a:lnTo>
                  <a:cubicBezTo>
                    <a:pt x="826573" y="524592"/>
                    <a:pt x="804281" y="533573"/>
                    <a:pt x="782834" y="544519"/>
                  </a:cubicBezTo>
                  <a:lnTo>
                    <a:pt x="717715" y="575988"/>
                  </a:lnTo>
                  <a:cubicBezTo>
                    <a:pt x="696005" y="586632"/>
                    <a:pt x="673986" y="596729"/>
                    <a:pt x="653112" y="608523"/>
                  </a:cubicBezTo>
                  <a:cubicBezTo>
                    <a:pt x="568070" y="653782"/>
                    <a:pt x="483901" y="700897"/>
                    <a:pt x="406671" y="756246"/>
                  </a:cubicBezTo>
                  <a:cubicBezTo>
                    <a:pt x="327441" y="809669"/>
                    <a:pt x="256836" y="872706"/>
                    <a:pt x="191033" y="942131"/>
                  </a:cubicBezTo>
                  <a:cubicBezTo>
                    <a:pt x="175048" y="959988"/>
                    <a:pt x="159064" y="977846"/>
                    <a:pt x="143339" y="996006"/>
                  </a:cubicBezTo>
                  <a:lnTo>
                    <a:pt x="98848" y="1053288"/>
                  </a:lnTo>
                  <a:cubicBezTo>
                    <a:pt x="83542" y="1072023"/>
                    <a:pt x="70312" y="1092822"/>
                    <a:pt x="56083" y="1112657"/>
                  </a:cubicBezTo>
                  <a:cubicBezTo>
                    <a:pt x="42010" y="1132765"/>
                    <a:pt x="27965" y="1152765"/>
                    <a:pt x="14889" y="1173837"/>
                  </a:cubicBezTo>
                  <a:lnTo>
                    <a:pt x="0" y="1198088"/>
                  </a:lnTo>
                  <a:lnTo>
                    <a:pt x="0" y="888809"/>
                  </a:lnTo>
                  <a:lnTo>
                    <a:pt x="88781" y="802825"/>
                  </a:lnTo>
                  <a:cubicBezTo>
                    <a:pt x="672175" y="289643"/>
                    <a:pt x="1428944" y="-5083"/>
                    <a:pt x="2220349" y="6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AD37ECD-062B-3B7C-DCAB-D5D02CCA2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121701"/>
            <a:ext cx="3476488" cy="17865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Arquitetura da Solução</a:t>
            </a:r>
            <a:endParaRPr lang="en-US" sz="40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Marcador de Posição de Conteúdo 3" descr="Uma imagem com texto, diagrama, Desenho técnico, Esquema&#10;&#10;Os conteúdos gerados por IA podem estar incorretos.">
            <a:extLst>
              <a:ext uri="{FF2B5EF4-FFF2-40B4-BE49-F238E27FC236}">
                <a16:creationId xmlns:a16="http://schemas.microsoft.com/office/drawing/2014/main" id="{81AFBB81-3C84-EB62-279E-37AE4EAA2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1828" y="251144"/>
            <a:ext cx="6221344" cy="5863615"/>
          </a:xfrm>
          <a:custGeom>
            <a:avLst/>
            <a:gdLst/>
            <a:ahLst/>
            <a:cxnLst/>
            <a:rect l="l" t="t" r="r" b="b"/>
            <a:pathLst>
              <a:path w="5017317" h="5380277">
                <a:moveTo>
                  <a:pt x="0" y="0"/>
                </a:moveTo>
                <a:lnTo>
                  <a:pt x="5017317" y="0"/>
                </a:lnTo>
                <a:lnTo>
                  <a:pt x="5017317" y="5380277"/>
                </a:lnTo>
                <a:lnTo>
                  <a:pt x="0" y="53802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59834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398ABA-6574-463B-9D0E-961FBD5B3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16109D-FAE0-56B4-ACB2-34AE49DEE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00" y="540167"/>
            <a:ext cx="5370576" cy="2135867"/>
          </a:xfrm>
        </p:spPr>
        <p:txBody>
          <a:bodyPr anchor="b">
            <a:normAutofit/>
          </a:bodyPr>
          <a:lstStyle/>
          <a:p>
            <a:r>
              <a:rPr lang="pt-PT" sz="4800" b="1"/>
              <a:t>Componentes Principais</a:t>
            </a:r>
            <a:br>
              <a:rPr lang="pt-PT" sz="4800"/>
            </a:br>
            <a:endParaRPr lang="pt-PT" sz="4800"/>
          </a:p>
        </p:txBody>
      </p:sp>
      <p:pic>
        <p:nvPicPr>
          <p:cNvPr id="13" name="Imagem 12" descr="Uma imagem com logótipo, Gráficos, design&#10;&#10;Os conteúdos gerados por IA podem estar incorretos.">
            <a:extLst>
              <a:ext uri="{FF2B5EF4-FFF2-40B4-BE49-F238E27FC236}">
                <a16:creationId xmlns:a16="http://schemas.microsoft.com/office/drawing/2014/main" id="{3DDC4F29-B841-2144-2658-5C0375877E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17" r="-1" b="1449"/>
          <a:stretch>
            <a:fillRect/>
          </a:stretch>
        </p:blipFill>
        <p:spPr>
          <a:xfrm>
            <a:off x="10002111" y="5556649"/>
            <a:ext cx="1453747" cy="515172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6342F2E-4ED1-E4D7-E293-9ADFE1FBD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00" y="2880452"/>
            <a:ext cx="5370576" cy="3095445"/>
          </a:xfrm>
        </p:spPr>
        <p:txBody>
          <a:bodyPr anchor="t">
            <a:normAutofit/>
          </a:bodyPr>
          <a:lstStyle/>
          <a:p>
            <a:r>
              <a:rPr lang="pt-PT" sz="1800"/>
              <a:t> RabbitMQ (Message Broker)</a:t>
            </a:r>
          </a:p>
          <a:p>
            <a:r>
              <a:rPr lang="pt-PT" sz="1800"/>
              <a:t>Spring Boot + Apache Camel (Orquestrador)</a:t>
            </a:r>
          </a:p>
          <a:p>
            <a:r>
              <a:rPr lang="pt-PT" sz="1800"/>
              <a:t>Moodle + MySQL (LMS)</a:t>
            </a:r>
          </a:p>
          <a:p>
            <a:r>
              <a:rPr lang="pt-PT" sz="1800"/>
              <a:t>Modolo Academico ()</a:t>
            </a:r>
          </a:p>
          <a:p>
            <a:pPr marL="0" indent="0">
              <a:buNone/>
            </a:pPr>
            <a:endParaRPr lang="pt-PT" sz="1800"/>
          </a:p>
        </p:txBody>
      </p:sp>
      <p:pic>
        <p:nvPicPr>
          <p:cNvPr id="5" name="Imagem 4" descr="Uma imagem com Tipo de letra, Gráficos, logótipo, design&#10;&#10;Os conteúdos gerados por IA podem estar incorretos.">
            <a:extLst>
              <a:ext uri="{FF2B5EF4-FFF2-40B4-BE49-F238E27FC236}">
                <a16:creationId xmlns:a16="http://schemas.microsoft.com/office/drawing/2014/main" id="{82131277-FAF2-F90B-0D74-5F2031FA81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145" r="-1" b="4409"/>
          <a:stretch>
            <a:fillRect/>
          </a:stretch>
        </p:blipFill>
        <p:spPr>
          <a:xfrm>
            <a:off x="7149165" y="5556649"/>
            <a:ext cx="1331732" cy="471936"/>
          </a:xfrm>
          <a:prstGeom prst="rect">
            <a:avLst/>
          </a:prstGeom>
        </p:spPr>
      </p:pic>
      <p:pic>
        <p:nvPicPr>
          <p:cNvPr id="11" name="Imagem 10" descr="Uma imagem com logótipo, Tipo de letra, Gráficos, texto&#10;&#10;Os conteúdos gerados por IA podem estar incorretos.">
            <a:extLst>
              <a:ext uri="{FF2B5EF4-FFF2-40B4-BE49-F238E27FC236}">
                <a16:creationId xmlns:a16="http://schemas.microsoft.com/office/drawing/2014/main" id="{C3D7F49D-6B0A-38D5-C28D-7D84CD8B32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768" r="-1" b="8818"/>
          <a:stretch>
            <a:fillRect/>
          </a:stretch>
        </p:blipFill>
        <p:spPr>
          <a:xfrm>
            <a:off x="4408372" y="5431328"/>
            <a:ext cx="1685369" cy="597257"/>
          </a:xfrm>
          <a:prstGeom prst="rect">
            <a:avLst/>
          </a:prstGeom>
        </p:spPr>
      </p:pic>
      <p:pic>
        <p:nvPicPr>
          <p:cNvPr id="7" name="Imagem 6" descr="Uma imagem com Tipo de letra, logótipo, Gráficos, símbolo&#10;&#10;Os conteúdos gerados por IA podem estar incorretos.">
            <a:extLst>
              <a:ext uri="{FF2B5EF4-FFF2-40B4-BE49-F238E27FC236}">
                <a16:creationId xmlns:a16="http://schemas.microsoft.com/office/drawing/2014/main" id="{234AA344-DE4B-13C3-D93D-670D0E3998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171" b="-3"/>
          <a:stretch>
            <a:fillRect/>
          </a:stretch>
        </p:blipFill>
        <p:spPr>
          <a:xfrm>
            <a:off x="2088682" y="5435031"/>
            <a:ext cx="1549822" cy="549222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8320787-6D49-4B03-AD81-917CE818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230744" y="6143574"/>
            <a:ext cx="4135083" cy="725635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085D7B9-E066-4923-8CB7-294BF3062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5443840-A796-4C43-8DC1-1B738EFEC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5193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m 14" descr="Uma imagem com Tipo de letra, Gráficos, logótipo, símbolo&#10;&#10;Os conteúdos gerados por IA podem estar incorretos.">
            <a:extLst>
              <a:ext uri="{FF2B5EF4-FFF2-40B4-BE49-F238E27FC236}">
                <a16:creationId xmlns:a16="http://schemas.microsoft.com/office/drawing/2014/main" id="{58E907A4-5F29-4E19-C573-EB5F87C2A4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812" y="5500038"/>
            <a:ext cx="738446" cy="58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49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23156B-FDF1-CEBA-B004-6CACCD3A3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9356106" cy="1200329"/>
          </a:xfrm>
        </p:spPr>
        <p:txBody>
          <a:bodyPr anchor="t">
            <a:normAutofit/>
          </a:bodyPr>
          <a:lstStyle/>
          <a:p>
            <a:r>
              <a:rPr lang="pt-PT" sz="3800" b="1"/>
              <a:t>O Que Conseguimos</a:t>
            </a:r>
            <a:br>
              <a:rPr lang="pt-PT" sz="3800"/>
            </a:br>
            <a:endParaRPr lang="pt-PT" sz="3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21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Marcador de Posição de Conteúdo 2">
            <a:extLst>
              <a:ext uri="{FF2B5EF4-FFF2-40B4-BE49-F238E27FC236}">
                <a16:creationId xmlns:a16="http://schemas.microsoft.com/office/drawing/2014/main" id="{A9711922-C53F-B492-8B0E-DCDDE7E6AE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3440146"/>
              </p:ext>
            </p:extLst>
          </p:nvPr>
        </p:nvGraphicFramePr>
        <p:xfrm>
          <a:off x="962527" y="1260909"/>
          <a:ext cx="9827391" cy="4958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8347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AEB15C8-A92A-09AF-7A61-7CCDDBD3D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pt-PT" sz="4000" dirty="0">
                <a:solidFill>
                  <a:schemeClr val="tx2"/>
                </a:solidFill>
              </a:rPr>
              <a:t>DEMOSTRAÇÃO</a:t>
            </a:r>
          </a:p>
        </p:txBody>
      </p:sp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F1DC2DC2-BE28-02C6-D989-E86891DDA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94550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3FFE1D-8F92-D21D-545E-F0351A7EC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Obrigado!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3C06B419-0507-2D09-65DA-699D831BF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09148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132</Words>
  <Application>Microsoft Office PowerPoint</Application>
  <PresentationFormat>Ecrã Panorâmico</PresentationFormat>
  <Paragraphs>30</Paragraphs>
  <Slides>7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Helvetica Neue Medium</vt:lpstr>
      <vt:lpstr>Tema do Office</vt:lpstr>
      <vt:lpstr>INTEGRAÇÃO DE SISTEMAS MOODLE E MODULO ACADÉMICO SII </vt:lpstr>
      <vt:lpstr>O Problema</vt:lpstr>
      <vt:lpstr>Arquitetura da Solução</vt:lpstr>
      <vt:lpstr>Componentes Principais </vt:lpstr>
      <vt:lpstr>O Que Conseguimos </vt:lpstr>
      <vt:lpstr>DEMOSTRAÇÃO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António Monteiro</dc:creator>
  <cp:lastModifiedBy>António Monteiro</cp:lastModifiedBy>
  <cp:revision>2</cp:revision>
  <dcterms:created xsi:type="dcterms:W3CDTF">2026-02-02T16:48:55Z</dcterms:created>
  <dcterms:modified xsi:type="dcterms:W3CDTF">2026-02-06T20:16:29Z</dcterms:modified>
</cp:coreProperties>
</file>